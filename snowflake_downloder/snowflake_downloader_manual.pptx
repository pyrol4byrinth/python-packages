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844" r:id="rId2"/>
    <p:sldMasterId id="2147483769" r:id="rId3"/>
    <p:sldMasterId id="2147483794" r:id="rId4"/>
  </p:sldMasterIdLst>
  <p:notesMasterIdLst>
    <p:notesMasterId r:id="rId18"/>
  </p:notesMasterIdLst>
  <p:handoutMasterIdLst>
    <p:handoutMasterId r:id="rId19"/>
  </p:handoutMasterIdLst>
  <p:sldIdLst>
    <p:sldId id="402" r:id="rId5"/>
    <p:sldId id="410" r:id="rId6"/>
    <p:sldId id="412" r:id="rId7"/>
    <p:sldId id="413" r:id="rId8"/>
    <p:sldId id="414" r:id="rId9"/>
    <p:sldId id="409" r:id="rId10"/>
    <p:sldId id="411" r:id="rId11"/>
    <p:sldId id="416" r:id="rId12"/>
    <p:sldId id="415" r:id="rId13"/>
    <p:sldId id="418" r:id="rId14"/>
    <p:sldId id="419" r:id="rId15"/>
    <p:sldId id="420" r:id="rId16"/>
    <p:sldId id="417" r:id="rId1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A1A1A1"/>
    <a:srgbClr val="FFFFFF"/>
    <a:srgbClr val="A5A4A4"/>
    <a:srgbClr val="A79477"/>
    <a:srgbClr val="FF0030"/>
    <a:srgbClr val="B9D7EB"/>
    <a:srgbClr val="495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 autoAdjust="0"/>
  </p:normalViewPr>
  <p:slideViewPr>
    <p:cSldViewPr snapToGrid="0">
      <p:cViewPr varScale="1">
        <p:scale>
          <a:sx n="110" d="100"/>
          <a:sy n="110" d="100"/>
        </p:scale>
        <p:origin x="150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179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karu Kitagawa (北河 光留)" userId="003e06e4-aaad-4ec0-83a2-d2713700594a" providerId="ADAL" clId="{BC4E96DD-D5DA-4C06-953E-3EB1329F3BCA}"/>
    <pc:docChg chg="undo redo custSel addSld modSld">
      <pc:chgData name="Hikaru Kitagawa (北河 光留)" userId="003e06e4-aaad-4ec0-83a2-d2713700594a" providerId="ADAL" clId="{BC4E96DD-D5DA-4C06-953E-3EB1329F3BCA}" dt="2025-11-28T05:59:35.660" v="4505" actId="20577"/>
      <pc:docMkLst>
        <pc:docMk/>
      </pc:docMkLst>
      <pc:sldChg chg="addSp delSp modSp mod">
        <pc:chgData name="Hikaru Kitagawa (北河 光留)" userId="003e06e4-aaad-4ec0-83a2-d2713700594a" providerId="ADAL" clId="{BC4E96DD-D5DA-4C06-953E-3EB1329F3BCA}" dt="2025-11-27T23:16:24.402" v="618" actId="1076"/>
        <pc:sldMkLst>
          <pc:docMk/>
          <pc:sldMk cId="3790317596" sldId="409"/>
        </pc:sldMkLst>
        <pc:spChg chg="add mod">
          <ac:chgData name="Hikaru Kitagawa (北河 光留)" userId="003e06e4-aaad-4ec0-83a2-d2713700594a" providerId="ADAL" clId="{BC4E96DD-D5DA-4C06-953E-3EB1329F3BCA}" dt="2025-11-27T23:14:42.906" v="575" actId="1076"/>
          <ac:spMkLst>
            <pc:docMk/>
            <pc:sldMk cId="3790317596" sldId="409"/>
            <ac:spMk id="6" creationId="{81A0ADFA-2265-B088-D50E-0277E166D238}"/>
          </ac:spMkLst>
        </pc:spChg>
        <pc:spChg chg="add mod">
          <ac:chgData name="Hikaru Kitagawa (北河 光留)" userId="003e06e4-aaad-4ec0-83a2-d2713700594a" providerId="ADAL" clId="{BC4E96DD-D5DA-4C06-953E-3EB1329F3BCA}" dt="2025-11-27T23:15:28.394" v="586" actId="14100"/>
          <ac:spMkLst>
            <pc:docMk/>
            <pc:sldMk cId="3790317596" sldId="409"/>
            <ac:spMk id="7" creationId="{FDFE5326-C261-7A80-B2AE-143B09C99EAF}"/>
          </ac:spMkLst>
        </pc:spChg>
        <pc:spChg chg="add mod">
          <ac:chgData name="Hikaru Kitagawa (北河 光留)" userId="003e06e4-aaad-4ec0-83a2-d2713700594a" providerId="ADAL" clId="{BC4E96DD-D5DA-4C06-953E-3EB1329F3BCA}" dt="2025-11-27T23:15:53.795" v="593" actId="14100"/>
          <ac:spMkLst>
            <pc:docMk/>
            <pc:sldMk cId="3790317596" sldId="409"/>
            <ac:spMk id="8" creationId="{403F89C9-D14A-F6C0-02ED-04A198C27A36}"/>
          </ac:spMkLst>
        </pc:spChg>
        <pc:spChg chg="add mod">
          <ac:chgData name="Hikaru Kitagawa (北河 光留)" userId="003e06e4-aaad-4ec0-83a2-d2713700594a" providerId="ADAL" clId="{BC4E96DD-D5DA-4C06-953E-3EB1329F3BCA}" dt="2025-11-27T23:16:16.771" v="613" actId="1076"/>
          <ac:spMkLst>
            <pc:docMk/>
            <pc:sldMk cId="3790317596" sldId="409"/>
            <ac:spMk id="9" creationId="{5ED02694-A388-9EDA-4114-33962F07CAE0}"/>
          </ac:spMkLst>
        </pc:spChg>
        <pc:spChg chg="add mod">
          <ac:chgData name="Hikaru Kitagawa (北河 光留)" userId="003e06e4-aaad-4ec0-83a2-d2713700594a" providerId="ADAL" clId="{BC4E96DD-D5DA-4C06-953E-3EB1329F3BCA}" dt="2025-11-27T23:16:24.402" v="618" actId="1076"/>
          <ac:spMkLst>
            <pc:docMk/>
            <pc:sldMk cId="3790317596" sldId="409"/>
            <ac:spMk id="10" creationId="{136802AA-0E4A-FF65-595E-6F688A5DAE2B}"/>
          </ac:spMkLst>
        </pc:spChg>
        <pc:picChg chg="mod">
          <ac:chgData name="Hikaru Kitagawa (北河 光留)" userId="003e06e4-aaad-4ec0-83a2-d2713700594a" providerId="ADAL" clId="{BC4E96DD-D5DA-4C06-953E-3EB1329F3BCA}" dt="2025-11-27T23:15:05.705" v="581" actId="1076"/>
          <ac:picMkLst>
            <pc:docMk/>
            <pc:sldMk cId="3790317596" sldId="409"/>
            <ac:picMk id="13" creationId="{A849CF90-CE04-D369-6062-074301116558}"/>
          </ac:picMkLst>
        </pc:picChg>
      </pc:sldChg>
      <pc:sldChg chg="addSp delSp modSp mod">
        <pc:chgData name="Hikaru Kitagawa (北河 光留)" userId="003e06e4-aaad-4ec0-83a2-d2713700594a" providerId="ADAL" clId="{BC4E96DD-D5DA-4C06-953E-3EB1329F3BCA}" dt="2025-11-28T05:48:22.163" v="3820" actId="1076"/>
        <pc:sldMkLst>
          <pc:docMk/>
          <pc:sldMk cId="3386994493" sldId="410"/>
        </pc:sldMkLst>
        <pc:spChg chg="mod">
          <ac:chgData name="Hikaru Kitagawa (北河 光留)" userId="003e06e4-aaad-4ec0-83a2-d2713700594a" providerId="ADAL" clId="{BC4E96DD-D5DA-4C06-953E-3EB1329F3BCA}" dt="2025-11-27T23:05:54.518" v="154" actId="1076"/>
          <ac:spMkLst>
            <pc:docMk/>
            <pc:sldMk cId="3386994493" sldId="410"/>
            <ac:spMk id="2" creationId="{7FE26C4D-0C46-3E10-DA1E-626212C7BFD8}"/>
          </ac:spMkLst>
        </pc:spChg>
        <pc:spChg chg="mod">
          <ac:chgData name="Hikaru Kitagawa (北河 光留)" userId="003e06e4-aaad-4ec0-83a2-d2713700594a" providerId="ADAL" clId="{BC4E96DD-D5DA-4C06-953E-3EB1329F3BCA}" dt="2025-11-28T05:48:16.873" v="3819" actId="20577"/>
          <ac:spMkLst>
            <pc:docMk/>
            <pc:sldMk cId="3386994493" sldId="410"/>
            <ac:spMk id="5" creationId="{CB341D0A-D376-D102-C809-568AFB065D3D}"/>
          </ac:spMkLst>
        </pc:spChg>
        <pc:spChg chg="mod">
          <ac:chgData name="Hikaru Kitagawa (北河 光留)" userId="003e06e4-aaad-4ec0-83a2-d2713700594a" providerId="ADAL" clId="{BC4E96DD-D5DA-4C06-953E-3EB1329F3BCA}" dt="2025-11-27T23:59:31.259" v="2006" actId="1035"/>
          <ac:spMkLst>
            <pc:docMk/>
            <pc:sldMk cId="3386994493" sldId="410"/>
            <ac:spMk id="8" creationId="{140C7069-BA51-F4F0-BB2E-4EDE2E9D900A}"/>
          </ac:spMkLst>
        </pc:spChg>
        <pc:spChg chg="add mod">
          <ac:chgData name="Hikaru Kitagawa (北河 光留)" userId="003e06e4-aaad-4ec0-83a2-d2713700594a" providerId="ADAL" clId="{BC4E96DD-D5DA-4C06-953E-3EB1329F3BCA}" dt="2025-11-27T23:59:31.259" v="2006" actId="1035"/>
          <ac:spMkLst>
            <pc:docMk/>
            <pc:sldMk cId="3386994493" sldId="410"/>
            <ac:spMk id="9" creationId="{B8936524-8C96-CB6A-E8EF-41656BDEE1C4}"/>
          </ac:spMkLst>
        </pc:spChg>
        <pc:spChg chg="add mod">
          <ac:chgData name="Hikaru Kitagawa (北河 光留)" userId="003e06e4-aaad-4ec0-83a2-d2713700594a" providerId="ADAL" clId="{BC4E96DD-D5DA-4C06-953E-3EB1329F3BCA}" dt="2025-11-27T23:59:31.259" v="2006" actId="1035"/>
          <ac:spMkLst>
            <pc:docMk/>
            <pc:sldMk cId="3386994493" sldId="410"/>
            <ac:spMk id="10" creationId="{1FD71C0D-CB42-C128-44D4-022FDF5050BB}"/>
          </ac:spMkLst>
        </pc:spChg>
        <pc:spChg chg="add mod">
          <ac:chgData name="Hikaru Kitagawa (北河 光留)" userId="003e06e4-aaad-4ec0-83a2-d2713700594a" providerId="ADAL" clId="{BC4E96DD-D5DA-4C06-953E-3EB1329F3BCA}" dt="2025-11-27T23:59:31.259" v="2006" actId="1035"/>
          <ac:spMkLst>
            <pc:docMk/>
            <pc:sldMk cId="3386994493" sldId="410"/>
            <ac:spMk id="11" creationId="{2F40A02A-862A-362E-0012-E800A0E39338}"/>
          </ac:spMkLst>
        </pc:spChg>
        <pc:spChg chg="add mod">
          <ac:chgData name="Hikaru Kitagawa (北河 光留)" userId="003e06e4-aaad-4ec0-83a2-d2713700594a" providerId="ADAL" clId="{BC4E96DD-D5DA-4C06-953E-3EB1329F3BCA}" dt="2025-11-28T00:05:53.563" v="2012" actId="1076"/>
          <ac:spMkLst>
            <pc:docMk/>
            <pc:sldMk cId="3386994493" sldId="410"/>
            <ac:spMk id="16" creationId="{5360A738-C5DC-CE1D-2756-AE6E3C515EFC}"/>
          </ac:spMkLst>
        </pc:spChg>
        <pc:graphicFrameChg chg="add mod modGraphic">
          <ac:chgData name="Hikaru Kitagawa (北河 光留)" userId="003e06e4-aaad-4ec0-83a2-d2713700594a" providerId="ADAL" clId="{BC4E96DD-D5DA-4C06-953E-3EB1329F3BCA}" dt="2025-11-28T05:47:39.741" v="3796" actId="1076"/>
          <ac:graphicFrameMkLst>
            <pc:docMk/>
            <pc:sldMk cId="3386994493" sldId="410"/>
            <ac:graphicFrameMk id="6" creationId="{5DAF645B-473D-39C5-EF7A-913EB581AC17}"/>
          </ac:graphicFrameMkLst>
        </pc:graphicFrameChg>
        <pc:picChg chg="add mod">
          <ac:chgData name="Hikaru Kitagawa (北河 光留)" userId="003e06e4-aaad-4ec0-83a2-d2713700594a" providerId="ADAL" clId="{BC4E96DD-D5DA-4C06-953E-3EB1329F3BCA}" dt="2025-11-28T05:48:22.163" v="3820" actId="1076"/>
          <ac:picMkLst>
            <pc:docMk/>
            <pc:sldMk cId="3386994493" sldId="410"/>
            <ac:picMk id="12" creationId="{AA34EF2E-8AD6-58D8-E16C-2736B3354373}"/>
          </ac:picMkLst>
        </pc:picChg>
      </pc:sldChg>
      <pc:sldChg chg="addSp delSp modSp new mod">
        <pc:chgData name="Hikaru Kitagawa (北河 光留)" userId="003e06e4-aaad-4ec0-83a2-d2713700594a" providerId="ADAL" clId="{BC4E96DD-D5DA-4C06-953E-3EB1329F3BCA}" dt="2025-11-28T05:44:02.404" v="3620" actId="1076"/>
        <pc:sldMkLst>
          <pc:docMk/>
          <pc:sldMk cId="1547515609" sldId="411"/>
        </pc:sldMkLst>
        <pc:spChg chg="mod">
          <ac:chgData name="Hikaru Kitagawa (北河 光留)" userId="003e06e4-aaad-4ec0-83a2-d2713700594a" providerId="ADAL" clId="{BC4E96DD-D5DA-4C06-953E-3EB1329F3BCA}" dt="2025-11-27T23:31:00.556" v="823" actId="20577"/>
          <ac:spMkLst>
            <pc:docMk/>
            <pc:sldMk cId="1547515609" sldId="411"/>
            <ac:spMk id="2" creationId="{411F236C-F42B-A2EB-A57C-D0487278E6A9}"/>
          </ac:spMkLst>
        </pc:spChg>
        <pc:spChg chg="add mod">
          <ac:chgData name="Hikaru Kitagawa (北河 光留)" userId="003e06e4-aaad-4ec0-83a2-d2713700594a" providerId="ADAL" clId="{BC4E96DD-D5DA-4C06-953E-3EB1329F3BCA}" dt="2025-11-28T05:16:29.408" v="2013"/>
          <ac:spMkLst>
            <pc:docMk/>
            <pc:sldMk cId="1547515609" sldId="411"/>
            <ac:spMk id="3" creationId="{B7E64C46-6A1F-6BCD-FAED-AA6313EE362F}"/>
          </ac:spMkLst>
        </pc:spChg>
        <pc:spChg chg="add mod">
          <ac:chgData name="Hikaru Kitagawa (北河 光留)" userId="003e06e4-aaad-4ec0-83a2-d2713700594a" providerId="ADAL" clId="{BC4E96DD-D5DA-4C06-953E-3EB1329F3BCA}" dt="2025-11-27T23:34:02.616" v="1052" actId="1076"/>
          <ac:spMkLst>
            <pc:docMk/>
            <pc:sldMk cId="1547515609" sldId="411"/>
            <ac:spMk id="6" creationId="{256224A5-AF55-DAAB-D1B0-401832CBD723}"/>
          </ac:spMkLst>
        </pc:spChg>
        <pc:spChg chg="add mod ord">
          <ac:chgData name="Hikaru Kitagawa (北河 光留)" userId="003e06e4-aaad-4ec0-83a2-d2713700594a" providerId="ADAL" clId="{BC4E96DD-D5DA-4C06-953E-3EB1329F3BCA}" dt="2025-11-28T05:44:02.404" v="3620" actId="1076"/>
          <ac:spMkLst>
            <pc:docMk/>
            <pc:sldMk cId="1547515609" sldId="411"/>
            <ac:spMk id="7" creationId="{A21967D5-DED2-32EB-35DB-55B70FEC71D7}"/>
          </ac:spMkLst>
        </pc:spChg>
        <pc:spChg chg="add mod ord">
          <ac:chgData name="Hikaru Kitagawa (北河 光留)" userId="003e06e4-aaad-4ec0-83a2-d2713700594a" providerId="ADAL" clId="{BC4E96DD-D5DA-4C06-953E-3EB1329F3BCA}" dt="2025-11-27T23:58:14.381" v="1935" actId="1076"/>
          <ac:spMkLst>
            <pc:docMk/>
            <pc:sldMk cId="1547515609" sldId="411"/>
            <ac:spMk id="8" creationId="{95E91BD1-0164-589A-3689-4B9F67550014}"/>
          </ac:spMkLst>
        </pc:spChg>
        <pc:spChg chg="add mod">
          <ac:chgData name="Hikaru Kitagawa (北河 光留)" userId="003e06e4-aaad-4ec0-83a2-d2713700594a" providerId="ADAL" clId="{BC4E96DD-D5DA-4C06-953E-3EB1329F3BCA}" dt="2025-11-28T05:43:53.525" v="3618" actId="207"/>
          <ac:spMkLst>
            <pc:docMk/>
            <pc:sldMk cId="1547515609" sldId="411"/>
            <ac:spMk id="9" creationId="{4776CC22-25D5-A6A8-62DD-A9847B6542D3}"/>
          </ac:spMkLst>
        </pc:spChg>
        <pc:spChg chg="add mod">
          <ac:chgData name="Hikaru Kitagawa (北河 光留)" userId="003e06e4-aaad-4ec0-83a2-d2713700594a" providerId="ADAL" clId="{BC4E96DD-D5DA-4C06-953E-3EB1329F3BCA}" dt="2025-11-27T23:58:14.381" v="1935" actId="1076"/>
          <ac:spMkLst>
            <pc:docMk/>
            <pc:sldMk cId="1547515609" sldId="411"/>
            <ac:spMk id="12" creationId="{418B139F-6018-BEF8-5CFC-49FB8888A1F5}"/>
          </ac:spMkLst>
        </pc:spChg>
        <pc:graphicFrameChg chg="add mod modGraphic">
          <ac:chgData name="Hikaru Kitagawa (北河 光留)" userId="003e06e4-aaad-4ec0-83a2-d2713700594a" providerId="ADAL" clId="{BC4E96DD-D5DA-4C06-953E-3EB1329F3BCA}" dt="2025-11-28T00:00:08.713" v="2011" actId="255"/>
          <ac:graphicFrameMkLst>
            <pc:docMk/>
            <pc:sldMk cId="1547515609" sldId="411"/>
            <ac:graphicFrameMk id="13" creationId="{D4AC9228-9373-EB80-C640-836A31927D9C}"/>
          </ac:graphicFrameMkLst>
        </pc:graphicFrameChg>
        <pc:picChg chg="add mod modCrop">
          <ac:chgData name="Hikaru Kitagawa (北河 光留)" userId="003e06e4-aaad-4ec0-83a2-d2713700594a" providerId="ADAL" clId="{BC4E96DD-D5DA-4C06-953E-3EB1329F3BCA}" dt="2025-11-27T23:58:14.381" v="1935" actId="1076"/>
          <ac:picMkLst>
            <pc:docMk/>
            <pc:sldMk cId="1547515609" sldId="411"/>
            <ac:picMk id="10" creationId="{264D211E-F4DC-21C0-8389-FD44D260C94E}"/>
          </ac:picMkLst>
        </pc:picChg>
      </pc:sldChg>
      <pc:sldChg chg="addSp delSp modSp new mod">
        <pc:chgData name="Hikaru Kitagawa (北河 光留)" userId="003e06e4-aaad-4ec0-83a2-d2713700594a" providerId="ADAL" clId="{BC4E96DD-D5DA-4C06-953E-3EB1329F3BCA}" dt="2025-11-28T05:50:33.078" v="4101" actId="1076"/>
        <pc:sldMkLst>
          <pc:docMk/>
          <pc:sldMk cId="3768987950" sldId="412"/>
        </pc:sldMkLst>
        <pc:spChg chg="mod">
          <ac:chgData name="Hikaru Kitagawa (北河 光留)" userId="003e06e4-aaad-4ec0-83a2-d2713700594a" providerId="ADAL" clId="{BC4E96DD-D5DA-4C06-953E-3EB1329F3BCA}" dt="2025-11-28T05:29:04.233" v="2761" actId="20577"/>
          <ac:spMkLst>
            <pc:docMk/>
            <pc:sldMk cId="3768987950" sldId="412"/>
            <ac:spMk id="2" creationId="{8D5D4E75-FA65-7203-B95B-9A5B6F68011A}"/>
          </ac:spMkLst>
        </pc:spChg>
        <pc:spChg chg="add mod">
          <ac:chgData name="Hikaru Kitagawa (北河 光留)" userId="003e06e4-aaad-4ec0-83a2-d2713700594a" providerId="ADAL" clId="{BC4E96DD-D5DA-4C06-953E-3EB1329F3BCA}" dt="2025-11-28T05:41:09.009" v="3563" actId="20577"/>
          <ac:spMkLst>
            <pc:docMk/>
            <pc:sldMk cId="3768987950" sldId="412"/>
            <ac:spMk id="5" creationId="{3DC72259-092E-7267-508A-E726260EE974}"/>
          </ac:spMkLst>
        </pc:spChg>
        <pc:spChg chg="add mod">
          <ac:chgData name="Hikaru Kitagawa (北河 光留)" userId="003e06e4-aaad-4ec0-83a2-d2713700594a" providerId="ADAL" clId="{BC4E96DD-D5DA-4C06-953E-3EB1329F3BCA}" dt="2025-11-28T05:50:33.078" v="4101" actId="1076"/>
          <ac:spMkLst>
            <pc:docMk/>
            <pc:sldMk cId="3768987950" sldId="412"/>
            <ac:spMk id="8" creationId="{7DB1688A-B349-C0A8-4CC3-8836AA8AF95D}"/>
          </ac:spMkLst>
        </pc:spChg>
      </pc:sldChg>
      <pc:sldChg chg="addSp delSp modSp new mod">
        <pc:chgData name="Hikaru Kitagawa (北河 光留)" userId="003e06e4-aaad-4ec0-83a2-d2713700594a" providerId="ADAL" clId="{BC4E96DD-D5DA-4C06-953E-3EB1329F3BCA}" dt="2025-11-28T05:51:35.965" v="4181" actId="478"/>
        <pc:sldMkLst>
          <pc:docMk/>
          <pc:sldMk cId="3137905700" sldId="413"/>
        </pc:sldMkLst>
        <pc:spChg chg="mod">
          <ac:chgData name="Hikaru Kitagawa (北河 光留)" userId="003e06e4-aaad-4ec0-83a2-d2713700594a" providerId="ADAL" clId="{BC4E96DD-D5DA-4C06-953E-3EB1329F3BCA}" dt="2025-11-28T05:50:43.742" v="4113" actId="20577"/>
          <ac:spMkLst>
            <pc:docMk/>
            <pc:sldMk cId="3137905700" sldId="413"/>
            <ac:spMk id="2" creationId="{DDA5FF5C-C8BC-2FC9-E45B-04300AF55223}"/>
          </ac:spMkLst>
        </pc:spChg>
        <pc:spChg chg="add mod">
          <ac:chgData name="Hikaru Kitagawa (北河 光留)" userId="003e06e4-aaad-4ec0-83a2-d2713700594a" providerId="ADAL" clId="{BC4E96DD-D5DA-4C06-953E-3EB1329F3BCA}" dt="2025-11-28T05:51:05.495" v="4168" actId="1076"/>
          <ac:spMkLst>
            <pc:docMk/>
            <pc:sldMk cId="3137905700" sldId="413"/>
            <ac:spMk id="5" creationId="{C8FF6709-0795-291B-D055-CB20A68FA79F}"/>
          </ac:spMkLst>
        </pc:spChg>
      </pc:sldChg>
      <pc:sldChg chg="addSp delSp modSp add mod">
        <pc:chgData name="Hikaru Kitagawa (北河 光留)" userId="003e06e4-aaad-4ec0-83a2-d2713700594a" providerId="ADAL" clId="{BC4E96DD-D5DA-4C06-953E-3EB1329F3BCA}" dt="2025-11-28T05:59:35.660" v="4505" actId="20577"/>
        <pc:sldMkLst>
          <pc:docMk/>
          <pc:sldMk cId="739332875" sldId="414"/>
        </pc:sldMkLst>
        <pc:spChg chg="mod">
          <ac:chgData name="Hikaru Kitagawa (北河 光留)" userId="003e06e4-aaad-4ec0-83a2-d2713700594a" providerId="ADAL" clId="{BC4E96DD-D5DA-4C06-953E-3EB1329F3BCA}" dt="2025-11-28T05:51:41.940" v="4192" actId="20577"/>
          <ac:spMkLst>
            <pc:docMk/>
            <pc:sldMk cId="739332875" sldId="414"/>
            <ac:spMk id="2" creationId="{DDA5FF5C-C8BC-2FC9-E45B-04300AF55223}"/>
          </ac:spMkLst>
        </pc:spChg>
        <pc:spChg chg="mod">
          <ac:chgData name="Hikaru Kitagawa (北河 光留)" userId="003e06e4-aaad-4ec0-83a2-d2713700594a" providerId="ADAL" clId="{BC4E96DD-D5DA-4C06-953E-3EB1329F3BCA}" dt="2025-11-28T05:59:35.660" v="4505" actId="20577"/>
          <ac:spMkLst>
            <pc:docMk/>
            <pc:sldMk cId="739332875" sldId="414"/>
            <ac:spMk id="5" creationId="{C8FF6709-0795-291B-D055-CB20A68FA79F}"/>
          </ac:spMkLst>
        </pc:spChg>
        <pc:picChg chg="add mod">
          <ac:chgData name="Hikaru Kitagawa (北河 光留)" userId="003e06e4-aaad-4ec0-83a2-d2713700594a" providerId="ADAL" clId="{BC4E96DD-D5DA-4C06-953E-3EB1329F3BCA}" dt="2025-11-28T05:54:59.175" v="4310" actId="14100"/>
          <ac:picMkLst>
            <pc:docMk/>
            <pc:sldMk cId="739332875" sldId="414"/>
            <ac:picMk id="7" creationId="{4961596B-7939-E1AE-97CC-8AB5DA012CCD}"/>
          </ac:picMkLst>
        </pc:picChg>
        <pc:picChg chg="add mod">
          <ac:chgData name="Hikaru Kitagawa (北河 光留)" userId="003e06e4-aaad-4ec0-83a2-d2713700594a" providerId="ADAL" clId="{BC4E96DD-D5DA-4C06-953E-3EB1329F3BCA}" dt="2025-11-28T05:55:02.616" v="4311" actId="1076"/>
          <ac:picMkLst>
            <pc:docMk/>
            <pc:sldMk cId="739332875" sldId="414"/>
            <ac:picMk id="9" creationId="{185F3662-B283-4154-2E5B-BF9CFB529867}"/>
          </ac:picMkLst>
        </pc:picChg>
        <pc:picChg chg="add mod">
          <ac:chgData name="Hikaru Kitagawa (北河 光留)" userId="003e06e4-aaad-4ec0-83a2-d2713700594a" providerId="ADAL" clId="{BC4E96DD-D5DA-4C06-953E-3EB1329F3BCA}" dt="2025-11-28T05:58:54.672" v="4381" actId="1076"/>
          <ac:picMkLst>
            <pc:docMk/>
            <pc:sldMk cId="739332875" sldId="414"/>
            <ac:picMk id="13" creationId="{4663A499-EEBB-9587-3C30-D9935D92F6C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57C62-01BC-43BC-A7DE-82A678879B82}" type="datetimeFigureOut">
              <a:rPr kumimoji="1" lang="ja-JP" altLang="en-US" smtClean="0">
                <a:latin typeface="Yu Gothic UI" panose="020B0500000000000000" pitchFamily="50" charset="-128"/>
                <a:ea typeface="Yu Gothic UI" panose="020B0500000000000000" pitchFamily="50" charset="-128"/>
              </a:rPr>
              <a:t>2026/3/9</a:t>
            </a:fld>
            <a:endParaRPr kumimoji="1" lang="ja-JP" altLang="en-US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620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fld id="{6FB6BB65-0D3F-4A01-8C7D-E54F3269907F}" type="datetimeFigureOut">
              <a:rPr lang="ja-JP" altLang="en-US" smtClean="0"/>
              <a:pPr/>
              <a:t>2026/3/9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fld id="{E17AF40C-C72E-472F-9864-155490F9B77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4625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png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Cover: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5F7C548-20CD-8F24-B476-A590D048A4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881DA4E-DEE4-E046-79C5-02CD6A49D1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161" y="616744"/>
            <a:ext cx="2199866" cy="83867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CED8819-4E5C-B40A-009D-8604D155B7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341" y="295989"/>
            <a:ext cx="925173" cy="296951"/>
          </a:xfrm>
          <a:prstGeom prst="rect">
            <a:avLst/>
          </a:prstGeom>
        </p:spPr>
      </p:pic>
      <p:sp>
        <p:nvSpPr>
          <p:cNvPr id="34" name="テキスト プレースホルダー 7"/>
          <p:cNvSpPr>
            <a:spLocks noGrp="1"/>
          </p:cNvSpPr>
          <p:nvPr>
            <p:ph type="body" sz="quarter" idx="41" hasCustomPrompt="1"/>
          </p:nvPr>
        </p:nvSpPr>
        <p:spPr>
          <a:xfrm>
            <a:off x="540326" y="1984232"/>
            <a:ext cx="6296243" cy="2306880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5000"/>
              </a:lnSpc>
              <a:defRPr sz="30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up to 3 lines of title.</a:t>
            </a:r>
            <a:r>
              <a:rPr kumimoji="1" lang="ja-JP" altLang="en-US" dirty="0"/>
              <a:t>　　</a:t>
            </a:r>
          </a:p>
        </p:txBody>
      </p:sp>
      <p:sp>
        <p:nvSpPr>
          <p:cNvPr id="10" name="テキスト プレースホルダー 7">
            <a:extLst>
              <a:ext uri="{FF2B5EF4-FFF2-40B4-BE49-F238E27FC236}">
                <a16:creationId xmlns:a16="http://schemas.microsoft.com/office/drawing/2014/main" id="{B7C077F6-46E4-6C11-9E50-508C76E00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096" y="5248445"/>
            <a:ext cx="3789982" cy="39417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00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Presenter Name</a:t>
            </a:r>
            <a:r>
              <a:rPr kumimoji="1" lang="ja-JP" altLang="en-US" dirty="0"/>
              <a:t>　　</a:t>
            </a:r>
          </a:p>
        </p:txBody>
      </p:sp>
      <p:sp>
        <p:nvSpPr>
          <p:cNvPr id="11" name="図プレースホルダー 12">
            <a:extLst>
              <a:ext uri="{FF2B5EF4-FFF2-40B4-BE49-F238E27FC236}">
                <a16:creationId xmlns:a16="http://schemas.microsoft.com/office/drawing/2014/main" id="{8BB16E3D-3D43-12A0-7F61-48EF94142E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77871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2" name="図プレースホルダー 12">
            <a:extLst>
              <a:ext uri="{FF2B5EF4-FFF2-40B4-BE49-F238E27FC236}">
                <a16:creationId xmlns:a16="http://schemas.microsoft.com/office/drawing/2014/main" id="{A3C9AD95-14D1-CA0A-8026-B4061CE355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85358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4" name="図プレースホルダー 12">
            <a:extLst>
              <a:ext uri="{FF2B5EF4-FFF2-40B4-BE49-F238E27FC236}">
                <a16:creationId xmlns:a16="http://schemas.microsoft.com/office/drawing/2014/main" id="{4B8D683C-12DD-6E5A-D00D-1EA2385D5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177871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5" name="図プレースホルダー 12">
            <a:extLst>
              <a:ext uri="{FF2B5EF4-FFF2-40B4-BE49-F238E27FC236}">
                <a16:creationId xmlns:a16="http://schemas.microsoft.com/office/drawing/2014/main" id="{68D8E6CA-F2AC-1D48-F5D1-9A295F4067E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585358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6" name="図プレースホルダー 12">
            <a:extLst>
              <a:ext uri="{FF2B5EF4-FFF2-40B4-BE49-F238E27FC236}">
                <a16:creationId xmlns:a16="http://schemas.microsoft.com/office/drawing/2014/main" id="{80F0BFC1-7351-6A41-DD6B-B806AB5FD9A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70384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7" name="図プレースホルダー 12">
            <a:extLst>
              <a:ext uri="{FF2B5EF4-FFF2-40B4-BE49-F238E27FC236}">
                <a16:creationId xmlns:a16="http://schemas.microsoft.com/office/drawing/2014/main" id="{9B422C9F-32CD-5CCE-EEBB-25D87200805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0384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8" name="図プレースホルダー 12">
            <a:extLst>
              <a:ext uri="{FF2B5EF4-FFF2-40B4-BE49-F238E27FC236}">
                <a16:creationId xmlns:a16="http://schemas.microsoft.com/office/drawing/2014/main" id="{F0057F63-E1FB-7B70-7497-953546FB462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177871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9" name="図プレースホルダー 12">
            <a:extLst>
              <a:ext uri="{FF2B5EF4-FFF2-40B4-BE49-F238E27FC236}">
                <a16:creationId xmlns:a16="http://schemas.microsoft.com/office/drawing/2014/main" id="{6467B889-7456-57BA-8DF2-1D798C2F99A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85358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0" name="図プレースホルダー 12">
            <a:extLst>
              <a:ext uri="{FF2B5EF4-FFF2-40B4-BE49-F238E27FC236}">
                <a16:creationId xmlns:a16="http://schemas.microsoft.com/office/drawing/2014/main" id="{0D186D42-B6BF-9ED2-9130-35C45575242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70384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1" name="図プレースホルダー 12">
            <a:extLst>
              <a:ext uri="{FF2B5EF4-FFF2-40B4-BE49-F238E27FC236}">
                <a16:creationId xmlns:a16="http://schemas.microsoft.com/office/drawing/2014/main" id="{10470FF4-A3B6-5A49-F19A-813B4C1080A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362897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2" name="図プレースホルダー 12">
            <a:extLst>
              <a:ext uri="{FF2B5EF4-FFF2-40B4-BE49-F238E27FC236}">
                <a16:creationId xmlns:a16="http://schemas.microsoft.com/office/drawing/2014/main" id="{A149D38D-8869-F508-FAE4-BDDFA2906E7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362897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5" name="図プレースホルダー 12">
            <a:extLst>
              <a:ext uri="{FF2B5EF4-FFF2-40B4-BE49-F238E27FC236}">
                <a16:creationId xmlns:a16="http://schemas.microsoft.com/office/drawing/2014/main" id="{266E2EE5-61D4-FEF2-8E67-AB5D030260B8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4362897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8" name="テキスト プレースホルダー 14">
            <a:extLst>
              <a:ext uri="{FF2B5EF4-FFF2-40B4-BE49-F238E27FC236}">
                <a16:creationId xmlns:a16="http://schemas.microsoft.com/office/drawing/2014/main" id="{F7BC0D24-654B-1CB7-02E2-0985A6EA6F3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1975" y="4978703"/>
            <a:ext cx="3764715" cy="269742"/>
          </a:xfrm>
          <a:prstGeom prst="rect">
            <a:avLst/>
          </a:prstGeom>
        </p:spPr>
        <p:txBody>
          <a:bodyPr/>
          <a:lstStyle>
            <a:lvl1pPr>
              <a:defRPr lang="ja-JP" altLang="en-US" sz="1600" dirty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00/****/2023</a:t>
            </a:r>
            <a:endParaRPr kumimoji="1" lang="ja-JP" altLang="en-US" dirty="0"/>
          </a:p>
        </p:txBody>
      </p:sp>
      <p:sp>
        <p:nvSpPr>
          <p:cNvPr id="33" name="テキスト プレースホルダー 7">
            <a:extLst>
              <a:ext uri="{FF2B5EF4-FFF2-40B4-BE49-F238E27FC236}">
                <a16:creationId xmlns:a16="http://schemas.microsoft.com/office/drawing/2014/main" id="{1F272B1A-B8B6-352A-FACE-0FA0643D1E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096" y="5659032"/>
            <a:ext cx="3789982" cy="6453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00"/>
              </a:lnSpc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up to 3 lines of department name.</a:t>
            </a:r>
          </a:p>
        </p:txBody>
      </p:sp>
    </p:spTree>
    <p:extLst>
      <p:ext uri="{BB962C8B-B14F-4D97-AF65-F5344CB8AC3E}">
        <p14:creationId xmlns:p14="http://schemas.microsoft.com/office/powerpoint/2010/main" val="281582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3">
            <a:extLst>
              <a:ext uri="{FF2B5EF4-FFF2-40B4-BE49-F238E27FC236}">
                <a16:creationId xmlns:a16="http://schemas.microsoft.com/office/drawing/2014/main" id="{B6020434-0D31-B187-463B-071BD69FE8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94924" y="1720413"/>
            <a:ext cx="7449076" cy="4391380"/>
          </a:xfrm>
          <a:prstGeom prst="rect">
            <a:avLst/>
          </a:prstGeom>
        </p:spPr>
        <p:txBody>
          <a:bodyPr/>
          <a:lstStyle>
            <a:lvl1pPr marL="457200" indent="-457200" fontAlgn="b">
              <a:lnSpc>
                <a:spcPct val="114000"/>
              </a:lnSpc>
              <a:buSzPct val="85000"/>
              <a:buFont typeface="+mj-lt"/>
              <a:buAutoNum type="arabicPeriod"/>
              <a:defRPr sz="2500">
                <a:latin typeface="+mn-ea"/>
                <a:ea typeface="+mn-ea"/>
              </a:defRPr>
            </a:lvl1pPr>
            <a:lvl2pPr marL="8001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800">
                <a:latin typeface="+mn-ea"/>
                <a:ea typeface="+mn-ea"/>
              </a:defRPr>
            </a:lvl2pPr>
            <a:lvl3pPr marL="12573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800">
                <a:latin typeface="+mn-ea"/>
                <a:ea typeface="+mn-ea"/>
              </a:defRPr>
            </a:lvl3pPr>
            <a:lvl4pPr marL="17145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>
                <a:latin typeface="+mn-ea"/>
                <a:ea typeface="+mn-ea"/>
              </a:defRPr>
            </a:lvl4pPr>
            <a:lvl5pPr marL="21717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kumimoji="1" lang="en-US" altLang="ja-JP" dirty="0"/>
              <a:t>Title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037A6623-CEA7-FF18-ACE6-1C4D9C81B5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955" y="523797"/>
            <a:ext cx="8512045" cy="1171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Agenda(Please enter)</a:t>
            </a:r>
            <a:endParaRPr kumimoji="1" lang="ja-JP" alt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BB420BB-0ACD-8BBA-5ECC-0764D1216EE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E5642-C163-C79B-DBB5-E91CD6007E2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347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282F0870-0F74-505A-73F1-CD7328C2BC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0040" y="2557428"/>
            <a:ext cx="7459748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title</a:t>
            </a:r>
            <a:endParaRPr kumimoji="1" lang="ja-JP" altLang="en-US" dirty="0"/>
          </a:p>
        </p:txBody>
      </p:sp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2FC15385-11A5-3640-7B67-B8F1BD10F0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0040" y="3227437"/>
            <a:ext cx="7459749" cy="609600"/>
          </a:xfrm>
          <a:prstGeom prst="rect">
            <a:avLst/>
          </a:prstGeom>
        </p:spPr>
        <p:txBody>
          <a:bodyPr l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7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Subtitle</a:t>
            </a:r>
            <a:endParaRPr kumimoji="1" lang="ja-JP" altLang="en-US" dirty="0"/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AE683388-1B68-F1C6-6858-E03E56103D9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5074" y="278224"/>
            <a:ext cx="3181670" cy="1976765"/>
          </a:xfrm>
          <a:prstGeom prst="rect">
            <a:avLst/>
          </a:prstGeom>
        </p:spPr>
        <p:txBody>
          <a:bodyPr/>
          <a:lstStyle>
            <a:lvl1pPr>
              <a:defRPr sz="155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B1E79E5-CD78-1E7F-2877-550BC6459DF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C4A34C21-4863-F339-1C9B-69DEC48651B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22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 dirty="0"/>
              <a:t>Title</a:t>
            </a:r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0CD604-5B2C-2F1A-09A5-5E526CF53F0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EEEA69-42B5-3354-CDBE-C6F7A1090ED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82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nf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54A138-A26B-22DF-20C2-3393E3C7057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079CDC38-3BDA-04BE-C131-D858CFF846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 bwMode="white">
          <a:xfrm>
            <a:off x="2" y="6200774"/>
            <a:ext cx="7922028" cy="657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06312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7ACE32E5-95D5-C478-B860-51B911BF2B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DB84DF-DFD1-F3F7-3480-F9C605C29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4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Standard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5742793"/>
            <a:ext cx="9144001" cy="456628"/>
          </a:xfrm>
          <a:prstGeom prst="rect">
            <a:avLst/>
          </a:prstGeom>
        </p:spPr>
        <p:txBody>
          <a:bodyPr tIns="0" bIns="36000" anchor="b"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タイトル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52AF199-2155-15DC-DD07-A34D7505B5C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F23931C-BB86-88D4-7C6D-76B7BDD73E0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724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Standard + Summary(Hig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729710"/>
            <a:ext cx="9144000" cy="456628"/>
          </a:xfrm>
          <a:prstGeom prst="rect">
            <a:avLst/>
          </a:prstGeom>
        </p:spPr>
        <p:txBody>
          <a:bodyPr tIns="72000" bIns="0" anchor="t"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コンテンツ プレースホルダー 24"/>
          <p:cNvSpPr>
            <a:spLocks noGrp="1"/>
          </p:cNvSpPr>
          <p:nvPr>
            <p:ph sz="quarter" idx="19" hasCustomPrompt="1"/>
          </p:nvPr>
        </p:nvSpPr>
        <p:spPr>
          <a:xfrm>
            <a:off x="1" y="1211860"/>
            <a:ext cx="9143999" cy="4988915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1D46FC0-B5C4-8DE9-381B-6C8181FB273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865A4624-CCD6-3760-BC94-75A47D20FBD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12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1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9"/>
          <p:cNvSpPr>
            <a:spLocks noGrp="1"/>
          </p:cNvSpPr>
          <p:nvPr>
            <p:ph type="body" sz="quarter" idx="50" hasCustomPrompt="1"/>
          </p:nvPr>
        </p:nvSpPr>
        <p:spPr>
          <a:xfrm>
            <a:off x="684213" y="1243529"/>
            <a:ext cx="7775575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5" name="図プレースホルダー 6"/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684214" y="1243529"/>
            <a:ext cx="7775574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757262"/>
            <a:ext cx="9143999" cy="4454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タイトル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49959749-DEA1-6201-0186-2E9A97211201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1F9C9C8-A357-8272-CE71-52C9B24D48B8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54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2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9"/>
          <p:cNvSpPr>
            <a:spLocks noGrp="1"/>
          </p:cNvSpPr>
          <p:nvPr>
            <p:ph type="body" sz="quarter" idx="50" hasCustomPrompt="1"/>
          </p:nvPr>
        </p:nvSpPr>
        <p:spPr>
          <a:xfrm>
            <a:off x="4647652" y="1243529"/>
            <a:ext cx="3812135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11" name="テキスト プレースホルダー 9"/>
          <p:cNvSpPr>
            <a:spLocks noGrp="1"/>
          </p:cNvSpPr>
          <p:nvPr>
            <p:ph type="body" sz="quarter" idx="51" hasCustomPrompt="1"/>
          </p:nvPr>
        </p:nvSpPr>
        <p:spPr>
          <a:xfrm>
            <a:off x="684212" y="1243529"/>
            <a:ext cx="3815427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6" name="図プレースホルダー 6"/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684213" y="1243529"/>
            <a:ext cx="3815426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757262"/>
            <a:ext cx="9143999" cy="445407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20" hasCustomPrompt="1"/>
          </p:nvPr>
        </p:nvSpPr>
        <p:spPr bwMode="white">
          <a:xfrm>
            <a:off x="4647652" y="1243529"/>
            <a:ext cx="3812135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47F6090-37DA-D350-777A-64619210D7FC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FE1A550A-D9A0-B50C-7740-ABEE6128A1CA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285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Content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テキスト プレースホルダー 8">
            <a:extLst>
              <a:ext uri="{FF2B5EF4-FFF2-40B4-BE49-F238E27FC236}">
                <a16:creationId xmlns:a16="http://schemas.microsoft.com/office/drawing/2014/main" id="{287AD994-E308-E9FD-956C-9F9FA72EF1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1" y="3928350"/>
            <a:ext cx="4808538" cy="206312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2" name="コンテンツ プレースホルダー 14">
            <a:extLst>
              <a:ext uri="{FF2B5EF4-FFF2-40B4-BE49-F238E27FC236}">
                <a16:creationId xmlns:a16="http://schemas.microsoft.com/office/drawing/2014/main" id="{F7E0046D-0E29-7BCD-327B-3836DF58285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8"/>
            <a:ext cx="3446461" cy="243547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3" name="コンテンツ プレースホルダー 14">
            <a:extLst>
              <a:ext uri="{FF2B5EF4-FFF2-40B4-BE49-F238E27FC236}">
                <a16:creationId xmlns:a16="http://schemas.microsoft.com/office/drawing/2014/main" id="{9F5E3326-E51C-AB8B-1544-4E9438D594D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84213" y="3556005"/>
            <a:ext cx="3446461" cy="243547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BBBF94EE-CE78-5C7D-145A-3AB0837EC9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382BAA89-2C85-BD5F-F310-CB799140D1D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5462" y="3556005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 marL="0" indent="0">
              <a:buFont typeface="Arial" panose="020B0604020202020204" pitchFamily="34" charset="0"/>
              <a:buNone/>
              <a:defRPr sz="2200" b="1"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</a:t>
            </a:r>
            <a:endParaRPr kumimoji="1" lang="en-US" altLang="ja-JP" dirty="0"/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7428FE62-7ACE-CC74-C155-1917CF8828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3"/>
            <a:ext cx="4808538" cy="206312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フッター プレースホルダー 16">
            <a:extLst>
              <a:ext uri="{FF2B5EF4-FFF2-40B4-BE49-F238E27FC236}">
                <a16:creationId xmlns:a16="http://schemas.microsoft.com/office/drawing/2014/main" id="{B903B30E-5F33-DA3F-8EFF-DB127789429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748A4967-05E7-45E3-6AB1-955B087A7B8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987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Content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B409006F-DCE1-13C0-ED32-EE510485239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9"/>
            <a:ext cx="3446461" cy="2280660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65956CD8-D1E5-EF4C-D753-71AB93FC9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2C29916A-B0B4-BA77-2F01-1508C23C15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4"/>
            <a:ext cx="4808538" cy="190711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6" name="テキスト プレースホルダー 5">
            <a:extLst>
              <a:ext uri="{FF2B5EF4-FFF2-40B4-BE49-F238E27FC236}">
                <a16:creationId xmlns:a16="http://schemas.microsoft.com/office/drawing/2014/main" id="{F160631E-56DE-1D02-D7C4-BA92AEEA8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50891"/>
            <a:ext cx="9144000" cy="456628"/>
          </a:xfrm>
          <a:prstGeom prst="rect">
            <a:avLst/>
          </a:prstGeom>
        </p:spPr>
        <p:txBody>
          <a:bodyPr tIns="0" bIns="3600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7" name="コンテンツ プレースホルダー 14">
            <a:extLst>
              <a:ext uri="{FF2B5EF4-FFF2-40B4-BE49-F238E27FC236}">
                <a16:creationId xmlns:a16="http://schemas.microsoft.com/office/drawing/2014/main" id="{793D6D54-514C-9C7B-AF9D-9CF1357D61A6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84213" y="3408589"/>
            <a:ext cx="3454797" cy="2280660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8" name="テキスト プレースホルダー 11">
            <a:extLst>
              <a:ext uri="{FF2B5EF4-FFF2-40B4-BE49-F238E27FC236}">
                <a16:creationId xmlns:a16="http://schemas.microsoft.com/office/drawing/2014/main" id="{3E1481B0-3C49-289E-8FF2-0FF1E858F3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2" y="3408318"/>
            <a:ext cx="4808539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9" name="テキスト プレースホルダー 8">
            <a:extLst>
              <a:ext uri="{FF2B5EF4-FFF2-40B4-BE49-F238E27FC236}">
                <a16:creationId xmlns:a16="http://schemas.microsoft.com/office/drawing/2014/main" id="{40755A20-13A2-AC64-C23B-54E8443DE1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5462" y="3782134"/>
            <a:ext cx="4808537" cy="190711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0" name="フッター プレースホルダー 19">
            <a:extLst>
              <a:ext uri="{FF2B5EF4-FFF2-40B4-BE49-F238E27FC236}">
                <a16:creationId xmlns:a16="http://schemas.microsoft.com/office/drawing/2014/main" id="{4EAA3207-762A-739A-125F-2C953DD0CE06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AE104D17-EADC-9EF4-2FCC-CD965E9D58F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518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Content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33BCF464-5456-1FDB-135C-1C7ABEFECFE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8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6" name="テキスト プレースホルダー 11">
            <a:extLst>
              <a:ext uri="{FF2B5EF4-FFF2-40B4-BE49-F238E27FC236}">
                <a16:creationId xmlns:a16="http://schemas.microsoft.com/office/drawing/2014/main" id="{57D3751F-F266-1D48-1967-DAB91E1E519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4" name="テキスト プレースホルダー 8">
            <a:extLst>
              <a:ext uri="{FF2B5EF4-FFF2-40B4-BE49-F238E27FC236}">
                <a16:creationId xmlns:a16="http://schemas.microsoft.com/office/drawing/2014/main" id="{78BA96B6-97B0-6F4B-845E-DFFB953DC2A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4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AEEFF14D-7C19-9371-B798-2D0311124DF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84213" y="2704503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6" name="テキスト プレースホルダー 11">
            <a:extLst>
              <a:ext uri="{FF2B5EF4-FFF2-40B4-BE49-F238E27FC236}">
                <a16:creationId xmlns:a16="http://schemas.microsoft.com/office/drawing/2014/main" id="{80BEC134-BC55-28BE-1311-8D750118497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35462" y="2704233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9" name="コンテンツ プレースホルダー 14">
            <a:extLst>
              <a:ext uri="{FF2B5EF4-FFF2-40B4-BE49-F238E27FC236}">
                <a16:creationId xmlns:a16="http://schemas.microsoft.com/office/drawing/2014/main" id="{91D4087F-2638-5E24-87DC-62DECA93B511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84213" y="4477788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20" name="テキスト プレースホルダー 11">
            <a:extLst>
              <a:ext uri="{FF2B5EF4-FFF2-40B4-BE49-F238E27FC236}">
                <a16:creationId xmlns:a16="http://schemas.microsoft.com/office/drawing/2014/main" id="{B20E595A-02B2-4753-7576-A6D997FE452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35462" y="447751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1" name="テキスト プレースホルダー 8">
            <a:extLst>
              <a:ext uri="{FF2B5EF4-FFF2-40B4-BE49-F238E27FC236}">
                <a16:creationId xmlns:a16="http://schemas.microsoft.com/office/drawing/2014/main" id="{EF4F1810-4239-D74E-C072-384B6B080E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35462" y="3078049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2" name="テキスト プレースホルダー 8">
            <a:extLst>
              <a:ext uri="{FF2B5EF4-FFF2-40B4-BE49-F238E27FC236}">
                <a16:creationId xmlns:a16="http://schemas.microsoft.com/office/drawing/2014/main" id="{EF110914-17C4-A793-96B5-A5494FA209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462" y="4853301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32" name="フッター プレースホルダー 31">
            <a:extLst>
              <a:ext uri="{FF2B5EF4-FFF2-40B4-BE49-F238E27FC236}">
                <a16:creationId xmlns:a16="http://schemas.microsoft.com/office/drawing/2014/main" id="{FEA614C6-F3C9-C56D-D3ED-A4B0A03290A4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33" name="スライド番号プレースホルダー 32">
            <a:extLst>
              <a:ext uri="{FF2B5EF4-FFF2-40B4-BE49-F238E27FC236}">
                <a16:creationId xmlns:a16="http://schemas.microsoft.com/office/drawing/2014/main" id="{83EA55D6-DAD8-DC53-032E-44EC8308F817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703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Content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2FEC7F98-AB06-8E7C-D753-EE89D4A63E9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9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92838D68-58D8-AD45-9E48-EE499548D9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C49457AA-2593-0D1D-0842-A5BB02B8DBB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5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テキスト プレースホルダー 5">
            <a:extLst>
              <a:ext uri="{FF2B5EF4-FFF2-40B4-BE49-F238E27FC236}">
                <a16:creationId xmlns:a16="http://schemas.microsoft.com/office/drawing/2014/main" id="{754738C9-BD29-354F-449B-F0B95A1C58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50891"/>
            <a:ext cx="9143999" cy="449884"/>
          </a:xfrm>
          <a:prstGeom prst="rect">
            <a:avLst/>
          </a:prstGeom>
        </p:spPr>
        <p:txBody>
          <a:bodyPr tIns="0" bIns="3600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8" name="コンテンツ プレースホルダー 14">
            <a:extLst>
              <a:ext uri="{FF2B5EF4-FFF2-40B4-BE49-F238E27FC236}">
                <a16:creationId xmlns:a16="http://schemas.microsoft.com/office/drawing/2014/main" id="{375CC8FA-1704-B8D7-D395-653A5E74096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84213" y="2544175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9" name="テキスト プレースホルダー 11">
            <a:extLst>
              <a:ext uri="{FF2B5EF4-FFF2-40B4-BE49-F238E27FC236}">
                <a16:creationId xmlns:a16="http://schemas.microsoft.com/office/drawing/2014/main" id="{825340CF-782C-C303-1E17-E9F5BE7CE0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2" y="2543904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0" name="テキスト プレースホルダー 8">
            <a:extLst>
              <a:ext uri="{FF2B5EF4-FFF2-40B4-BE49-F238E27FC236}">
                <a16:creationId xmlns:a16="http://schemas.microsoft.com/office/drawing/2014/main" id="{BDC55DA4-71DD-3A12-9473-A5C3EA76D2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5462" y="2917721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3" name="コンテンツ プレースホルダー 14">
            <a:extLst>
              <a:ext uri="{FF2B5EF4-FFF2-40B4-BE49-F238E27FC236}">
                <a16:creationId xmlns:a16="http://schemas.microsoft.com/office/drawing/2014/main" id="{67F022C0-B786-D124-BFA9-DCDEF775DD59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84213" y="4151567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24" name="テキスト プレースホルダー 11">
            <a:extLst>
              <a:ext uri="{FF2B5EF4-FFF2-40B4-BE49-F238E27FC236}">
                <a16:creationId xmlns:a16="http://schemas.microsoft.com/office/drawing/2014/main" id="{1AF3152E-3F2B-B3A5-3427-CF4A81DAA0E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35462" y="4151296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5" name="テキスト プレースホルダー 8">
            <a:extLst>
              <a:ext uri="{FF2B5EF4-FFF2-40B4-BE49-F238E27FC236}">
                <a16:creationId xmlns:a16="http://schemas.microsoft.com/office/drawing/2014/main" id="{D38B1012-D49E-24BF-D30C-7A99736CD01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35462" y="4525113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6" name="フッター プレースホルダー 25">
            <a:extLst>
              <a:ext uri="{FF2B5EF4-FFF2-40B4-BE49-F238E27FC236}">
                <a16:creationId xmlns:a16="http://schemas.microsoft.com/office/drawing/2014/main" id="{6C2681EB-9130-0B72-D60E-4EC00A387939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7" name="スライド番号プレースホルダー 26">
            <a:extLst>
              <a:ext uri="{FF2B5EF4-FFF2-40B4-BE49-F238E27FC236}">
                <a16:creationId xmlns:a16="http://schemas.microsoft.com/office/drawing/2014/main" id="{B9ECF6FA-DF6F-8C8C-BEB5-5C5BF83C1921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192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Content p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18670F9F-9D80-115D-6EB5-6CD5A9155A0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1235268"/>
            <a:ext cx="3484760" cy="2687699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3" name="テキスト プレースホルダー 16">
            <a:extLst>
              <a:ext uri="{FF2B5EF4-FFF2-40B4-BE49-F238E27FC236}">
                <a16:creationId xmlns:a16="http://schemas.microsoft.com/office/drawing/2014/main" id="{E4C36791-8A66-54AC-2CD2-472644B40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844510"/>
            <a:ext cx="4579619" cy="324039"/>
          </a:xfrm>
          <a:prstGeom prst="rect">
            <a:avLst/>
          </a:prstGeom>
        </p:spPr>
        <p:txBody>
          <a:bodyPr lIns="720000" tIns="0" rIns="360000" bIns="0"/>
          <a:lstStyle>
            <a:lvl1pPr algn="l">
              <a:defRPr sz="2200" b="1">
                <a:latin typeface="+mj-ea"/>
                <a:ea typeface="+mj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4" name="テキスト プレースホルダー 16">
            <a:extLst>
              <a:ext uri="{FF2B5EF4-FFF2-40B4-BE49-F238E27FC236}">
                <a16:creationId xmlns:a16="http://schemas.microsoft.com/office/drawing/2014/main" id="{A2967083-600C-2DA3-9E5B-0B553646E6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9619" y="844510"/>
            <a:ext cx="4564381" cy="324039"/>
          </a:xfrm>
          <a:prstGeom prst="rect">
            <a:avLst/>
          </a:prstGeom>
        </p:spPr>
        <p:txBody>
          <a:bodyPr lIns="396000" tIns="0" rIns="720000" bIns="0"/>
          <a:lstStyle>
            <a:lvl1pPr algn="l">
              <a:defRPr sz="2200" b="1">
                <a:latin typeface="+mj-ea"/>
                <a:ea typeface="+mj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7378A91F-EDCD-BC66-B106-D976C1CAEA0D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987925" y="1235268"/>
            <a:ext cx="3471863" cy="2687699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17983A85-A9CF-D40D-536D-B138D9A48A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4026912"/>
            <a:ext cx="4579619" cy="1580982"/>
          </a:xfrm>
          <a:prstGeom prst="rect">
            <a:avLst/>
          </a:prstGeom>
        </p:spPr>
        <p:txBody>
          <a:bodyPr lIns="720000" tIns="0" rIns="36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テキスト プレースホルダー 8">
            <a:extLst>
              <a:ext uri="{FF2B5EF4-FFF2-40B4-BE49-F238E27FC236}">
                <a16:creationId xmlns:a16="http://schemas.microsoft.com/office/drawing/2014/main" id="{639692D3-3056-FF21-4F02-92F946CF2C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9619" y="4026912"/>
            <a:ext cx="4564381" cy="1580982"/>
          </a:xfrm>
          <a:prstGeom prst="rect">
            <a:avLst/>
          </a:prstGeom>
        </p:spPr>
        <p:txBody>
          <a:bodyPr lIns="39600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8" name="テキスト プレースホルダー 5">
            <a:extLst>
              <a:ext uri="{FF2B5EF4-FFF2-40B4-BE49-F238E27FC236}">
                <a16:creationId xmlns:a16="http://schemas.microsoft.com/office/drawing/2014/main" id="{50316031-2831-E69C-933C-39D9B7FC1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689453"/>
            <a:ext cx="9144000" cy="445407"/>
          </a:xfrm>
          <a:prstGeom prst="rect">
            <a:avLst/>
          </a:prstGeom>
        </p:spPr>
        <p:txBody>
          <a:bodyPr lIns="720000" tIns="0" rIns="720000" bIns="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9" name="フッター プレースホルダー 18">
            <a:extLst>
              <a:ext uri="{FF2B5EF4-FFF2-40B4-BE49-F238E27FC236}">
                <a16:creationId xmlns:a16="http://schemas.microsoft.com/office/drawing/2014/main" id="{CD84E109-F077-F875-3C7A-A23117B5A822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AE81717F-90ED-1DAD-7DC2-4AF7A77CA0A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453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nf-ex-Attached documents:Cover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 userDrawn="1"/>
        </p:nvSpPr>
        <p:spPr>
          <a:xfrm>
            <a:off x="979409" y="2811596"/>
            <a:ext cx="48814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0" dirty="0">
                <a:solidFill>
                  <a:schemeClr val="bg1"/>
                </a:solidFill>
                <a:latin typeface="+mn-ea"/>
                <a:ea typeface="+mn-ea"/>
              </a:rPr>
              <a:t>Attached documents</a:t>
            </a:r>
            <a:endParaRPr lang="ja-JP" altLang="en-US" sz="40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6CBAF0E-2E58-776F-A3EB-FB614943A1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46" y="6230012"/>
            <a:ext cx="1040415" cy="592385"/>
          </a:xfrm>
          <a:prstGeom prst="rect">
            <a:avLst/>
          </a:prstGeom>
        </p:spPr>
      </p:pic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8D6D88-3C8B-71B7-BF78-A26F9464B8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9F5A0D-392A-1652-9E0A-533155508A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4D7BDD-CB7E-4BF2-50A0-8543633262AB}"/>
              </a:ext>
            </a:extLst>
          </p:cNvPr>
          <p:cNvSpPr txBox="1"/>
          <p:nvPr userDrawn="1"/>
        </p:nvSpPr>
        <p:spPr>
          <a:xfrm>
            <a:off x="1305878" y="6525605"/>
            <a:ext cx="1624163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 dirty="0">
                <a:solidFill>
                  <a:srgbClr val="FFFFFF"/>
                </a:solidFill>
                <a:latin typeface="+mn-ea"/>
                <a:ea typeface="+mn-ea"/>
              </a:rPr>
              <a:t>© DENSO CORPORATION</a:t>
            </a:r>
            <a:r>
              <a:rPr kumimoji="1" lang="en-US" altLang="ja-JP" sz="550" spc="0" baseline="0" dirty="0">
                <a:solidFill>
                  <a:srgbClr val="FFFFFF"/>
                </a:solidFill>
                <a:latin typeface="+mn-ea"/>
                <a:ea typeface="+mn-ea"/>
              </a:rPr>
              <a:t> All Rights Reserved.</a:t>
            </a:r>
            <a:endParaRPr kumimoji="1" lang="ja-JP" altLang="en-US" sz="550" spc="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9" name="テキスト プレースホルダー 13">
            <a:extLst>
              <a:ext uri="{FF2B5EF4-FFF2-40B4-BE49-F238E27FC236}">
                <a16:creationId xmlns:a16="http://schemas.microsoft.com/office/drawing/2014/main" id="{4C876E80-9047-0876-35F0-2B06AA50F1E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56470" y="296070"/>
            <a:ext cx="920294" cy="29686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99424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Attached docu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79986" y="254791"/>
            <a:ext cx="6858916" cy="41577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10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0" y="717159"/>
            <a:ext cx="9144001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5" name="角丸四角形 6">
            <a:extLst>
              <a:ext uri="{FF2B5EF4-FFF2-40B4-BE49-F238E27FC236}">
                <a16:creationId xmlns:a16="http://schemas.microsoft.com/office/drawing/2014/main" id="{2388EE74-8DE6-9792-60E7-9FC533413579}"/>
              </a:ext>
            </a:extLst>
          </p:cNvPr>
          <p:cNvSpPr/>
          <p:nvPr userDrawn="1"/>
        </p:nvSpPr>
        <p:spPr>
          <a:xfrm>
            <a:off x="-1" y="252409"/>
            <a:ext cx="1293019" cy="418152"/>
          </a:xfrm>
          <a:custGeom>
            <a:avLst/>
            <a:gdLst>
              <a:gd name="connsiteX0" fmla="*/ 0 w 1097756"/>
              <a:gd name="connsiteY0" fmla="*/ 0 h 415770"/>
              <a:gd name="connsiteX1" fmla="*/ 0 w 1097756"/>
              <a:gd name="connsiteY1" fmla="*/ 0 h 415770"/>
              <a:gd name="connsiteX2" fmla="*/ 1097756 w 1097756"/>
              <a:gd name="connsiteY2" fmla="*/ 0 h 415770"/>
              <a:gd name="connsiteX3" fmla="*/ 1097756 w 1097756"/>
              <a:gd name="connsiteY3" fmla="*/ 0 h 415770"/>
              <a:gd name="connsiteX4" fmla="*/ 1097756 w 1097756"/>
              <a:gd name="connsiteY4" fmla="*/ 415770 h 415770"/>
              <a:gd name="connsiteX5" fmla="*/ 1097756 w 1097756"/>
              <a:gd name="connsiteY5" fmla="*/ 415770 h 415770"/>
              <a:gd name="connsiteX6" fmla="*/ 0 w 1097756"/>
              <a:gd name="connsiteY6" fmla="*/ 415770 h 415770"/>
              <a:gd name="connsiteX7" fmla="*/ 0 w 1097756"/>
              <a:gd name="connsiteY7" fmla="*/ 415770 h 415770"/>
              <a:gd name="connsiteX8" fmla="*/ 0 w 1097756"/>
              <a:gd name="connsiteY8" fmla="*/ 0 h 415770"/>
              <a:gd name="connsiteX0" fmla="*/ 0 w 1216819"/>
              <a:gd name="connsiteY0" fmla="*/ 0 h 415770"/>
              <a:gd name="connsiteX1" fmla="*/ 0 w 1216819"/>
              <a:gd name="connsiteY1" fmla="*/ 0 h 415770"/>
              <a:gd name="connsiteX2" fmla="*/ 1097756 w 1216819"/>
              <a:gd name="connsiteY2" fmla="*/ 0 h 415770"/>
              <a:gd name="connsiteX3" fmla="*/ 1216819 w 1216819"/>
              <a:gd name="connsiteY3" fmla="*/ 0 h 415770"/>
              <a:gd name="connsiteX4" fmla="*/ 1097756 w 1216819"/>
              <a:gd name="connsiteY4" fmla="*/ 415770 h 415770"/>
              <a:gd name="connsiteX5" fmla="*/ 1097756 w 1216819"/>
              <a:gd name="connsiteY5" fmla="*/ 415770 h 415770"/>
              <a:gd name="connsiteX6" fmla="*/ 0 w 1216819"/>
              <a:gd name="connsiteY6" fmla="*/ 415770 h 415770"/>
              <a:gd name="connsiteX7" fmla="*/ 0 w 1216819"/>
              <a:gd name="connsiteY7" fmla="*/ 415770 h 415770"/>
              <a:gd name="connsiteX8" fmla="*/ 0 w 1216819"/>
              <a:gd name="connsiteY8" fmla="*/ 0 h 415770"/>
              <a:gd name="connsiteX0" fmla="*/ 0 w 1223579"/>
              <a:gd name="connsiteY0" fmla="*/ 2382 h 418152"/>
              <a:gd name="connsiteX1" fmla="*/ 0 w 1223579"/>
              <a:gd name="connsiteY1" fmla="*/ 2382 h 418152"/>
              <a:gd name="connsiteX2" fmla="*/ 1097756 w 1223579"/>
              <a:gd name="connsiteY2" fmla="*/ 2382 h 418152"/>
              <a:gd name="connsiteX3" fmla="*/ 1223579 w 1223579"/>
              <a:gd name="connsiteY3" fmla="*/ 0 h 418152"/>
              <a:gd name="connsiteX4" fmla="*/ 1097756 w 1223579"/>
              <a:gd name="connsiteY4" fmla="*/ 418152 h 418152"/>
              <a:gd name="connsiteX5" fmla="*/ 1097756 w 1223579"/>
              <a:gd name="connsiteY5" fmla="*/ 418152 h 418152"/>
              <a:gd name="connsiteX6" fmla="*/ 0 w 1223579"/>
              <a:gd name="connsiteY6" fmla="*/ 418152 h 418152"/>
              <a:gd name="connsiteX7" fmla="*/ 0 w 1223579"/>
              <a:gd name="connsiteY7" fmla="*/ 418152 h 418152"/>
              <a:gd name="connsiteX8" fmla="*/ 0 w 1223579"/>
              <a:gd name="connsiteY8" fmla="*/ 2382 h 41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579" h="418152">
                <a:moveTo>
                  <a:pt x="0" y="2382"/>
                </a:moveTo>
                <a:lnTo>
                  <a:pt x="0" y="2382"/>
                </a:lnTo>
                <a:lnTo>
                  <a:pt x="1097756" y="2382"/>
                </a:lnTo>
                <a:lnTo>
                  <a:pt x="1223579" y="0"/>
                </a:lnTo>
                <a:lnTo>
                  <a:pt x="1097756" y="418152"/>
                </a:lnTo>
                <a:lnTo>
                  <a:pt x="1097756" y="418152"/>
                </a:lnTo>
                <a:lnTo>
                  <a:pt x="0" y="418152"/>
                </a:lnTo>
                <a:lnTo>
                  <a:pt x="0" y="418152"/>
                </a:lnTo>
                <a:lnTo>
                  <a:pt x="0" y="23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DF442F9-9BF9-2DFD-529F-4FB3F68E05FF}"/>
              </a:ext>
            </a:extLst>
          </p:cNvPr>
          <p:cNvSpPr txBox="1"/>
          <p:nvPr userDrawn="1"/>
        </p:nvSpPr>
        <p:spPr>
          <a:xfrm>
            <a:off x="335061" y="293773"/>
            <a:ext cx="894797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00"/>
              </a:lnSpc>
            </a:pPr>
            <a:r>
              <a:rPr kumimoji="1" lang="en-US" altLang="ja-JP" sz="1000" dirty="0">
                <a:solidFill>
                  <a:schemeClr val="bg1"/>
                </a:solidFill>
              </a:rPr>
              <a:t>Attached</a:t>
            </a:r>
          </a:p>
          <a:p>
            <a:pPr>
              <a:lnSpc>
                <a:spcPts val="1000"/>
              </a:lnSpc>
            </a:pPr>
            <a:r>
              <a:rPr kumimoji="1" lang="en-US" altLang="ja-JP" sz="1000" dirty="0">
                <a:solidFill>
                  <a:schemeClr val="bg1"/>
                </a:solidFill>
              </a:rPr>
              <a:t>documents</a:t>
            </a:r>
            <a:endParaRPr kumimoji="1" lang="ja-JP" altLang="en-US" sz="1000" dirty="0">
              <a:solidFill>
                <a:schemeClr val="bg1"/>
              </a:solidFill>
            </a:endParaRPr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A6641C47-64AB-3613-9671-5E9CD5B1E06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1A483075-DBB2-BCEE-2BA1-53B4EA97DF2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8800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f-ex-Page with diagon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BC449AA9-3B21-6E4E-FAA8-04B19718B63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672667" y="3921291"/>
            <a:ext cx="3471333" cy="689201"/>
          </a:xfrm>
          <a:prstGeom prst="rect">
            <a:avLst/>
          </a:prstGeom>
        </p:spPr>
        <p:txBody>
          <a:bodyPr tIns="468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GML-Global Multimedia Library.</a:t>
            </a:r>
            <a:endParaRPr kumimoji="1" lang="ja-JP" altLang="en-US" dirty="0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AECCAF57-9DB5-65D4-BC10-6BF7BAEF7F0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672667" y="3927795"/>
            <a:ext cx="3471333" cy="689201"/>
          </a:xfrm>
          <a:prstGeom prst="rect">
            <a:avLst/>
          </a:prstGeom>
        </p:spPr>
        <p:txBody>
          <a:bodyPr tIns="252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We recommended using images downloaded from</a:t>
            </a:r>
            <a:endParaRPr kumimoji="1" lang="ja-JP" alt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4D7C1401-B257-FB6D-3AF3-0FD267FCDF8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72667" y="3928104"/>
            <a:ext cx="3471333" cy="689201"/>
          </a:xfrm>
          <a:prstGeom prst="rect">
            <a:avLst/>
          </a:prstGeom>
        </p:spPr>
        <p:txBody>
          <a:bodyPr tIns="36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11" name="図プレースホルダー 9">
            <a:extLst>
              <a:ext uri="{FF2B5EF4-FFF2-40B4-BE49-F238E27FC236}">
                <a16:creationId xmlns:a16="http://schemas.microsoft.com/office/drawing/2014/main" id="{4AA20300-F571-02CB-6A4C-CB4F56F1C5CD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white">
          <a:xfrm>
            <a:off x="4707752" y="0"/>
            <a:ext cx="4437836" cy="6858000"/>
          </a:xfrm>
          <a:custGeom>
            <a:avLst/>
            <a:gdLst>
              <a:gd name="connsiteX0" fmla="*/ 0 w 4436248"/>
              <a:gd name="connsiteY0" fmla="*/ 0 h 6912769"/>
              <a:gd name="connsiteX1" fmla="*/ 4436248 w 4436248"/>
              <a:gd name="connsiteY1" fmla="*/ 0 h 6912769"/>
              <a:gd name="connsiteX2" fmla="*/ 4436248 w 4436248"/>
              <a:gd name="connsiteY2" fmla="*/ 6912769 h 6912769"/>
              <a:gd name="connsiteX3" fmla="*/ 0 w 4436248"/>
              <a:gd name="connsiteY3" fmla="*/ 6912769 h 6912769"/>
              <a:gd name="connsiteX4" fmla="*/ 0 w 4436248"/>
              <a:gd name="connsiteY4" fmla="*/ 0 h 6912769"/>
              <a:gd name="connsiteX0" fmla="*/ 2194560 w 4436248"/>
              <a:gd name="connsiteY0" fmla="*/ 0 h 6920389"/>
              <a:gd name="connsiteX1" fmla="*/ 4436248 w 4436248"/>
              <a:gd name="connsiteY1" fmla="*/ 7620 h 6920389"/>
              <a:gd name="connsiteX2" fmla="*/ 4436248 w 4436248"/>
              <a:gd name="connsiteY2" fmla="*/ 6920389 h 6920389"/>
              <a:gd name="connsiteX3" fmla="*/ 0 w 4436248"/>
              <a:gd name="connsiteY3" fmla="*/ 6920389 h 6920389"/>
              <a:gd name="connsiteX4" fmla="*/ 2194560 w 4436248"/>
              <a:gd name="connsiteY4" fmla="*/ 0 h 6920389"/>
              <a:gd name="connsiteX0" fmla="*/ 2194560 w 4437835"/>
              <a:gd name="connsiteY0" fmla="*/ 0 h 6920389"/>
              <a:gd name="connsiteX1" fmla="*/ 4437835 w 4437835"/>
              <a:gd name="connsiteY1" fmla="*/ 1212 h 6920389"/>
              <a:gd name="connsiteX2" fmla="*/ 4436248 w 4437835"/>
              <a:gd name="connsiteY2" fmla="*/ 6920389 h 6920389"/>
              <a:gd name="connsiteX3" fmla="*/ 0 w 4437835"/>
              <a:gd name="connsiteY3" fmla="*/ 6920389 h 6920389"/>
              <a:gd name="connsiteX4" fmla="*/ 2194560 w 4437835"/>
              <a:gd name="connsiteY4" fmla="*/ 0 h 6920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835" h="6920389">
                <a:moveTo>
                  <a:pt x="2194560" y="0"/>
                </a:moveTo>
                <a:lnTo>
                  <a:pt x="4437835" y="1212"/>
                </a:lnTo>
                <a:lnTo>
                  <a:pt x="4436248" y="6920389"/>
                </a:lnTo>
                <a:lnTo>
                  <a:pt x="0" y="6920389"/>
                </a:lnTo>
                <a:lnTo>
                  <a:pt x="2194560" y="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</p:spPr>
        <p:txBody>
          <a:bodyPr lIns="720000" tIns="0" rIns="0" bIns="900000" anchor="ctr"/>
          <a:lstStyle>
            <a:lvl1pPr algn="ctr">
              <a:defRPr sz="18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     </a:t>
            </a:r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12" name="テキスト プレースホルダー 13">
            <a:extLst>
              <a:ext uri="{FF2B5EF4-FFF2-40B4-BE49-F238E27FC236}">
                <a16:creationId xmlns:a16="http://schemas.microsoft.com/office/drawing/2014/main" id="{7979BB45-6491-447A-7154-C89F99A021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56470" y="296070"/>
            <a:ext cx="920294" cy="29686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615F1858-FE36-6731-6A42-4296B95504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059381" y="6332073"/>
            <a:ext cx="80963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04FCF973-CC28-4987-A1EF-C129FB0800E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4" name="テキスト プレースホルダー 8">
            <a:extLst>
              <a:ext uri="{FF2B5EF4-FFF2-40B4-BE49-F238E27FC236}">
                <a16:creationId xmlns:a16="http://schemas.microsoft.com/office/drawing/2014/main" id="{2AAC85B1-92EE-C58F-2EA1-32963A5E662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6683" y="1368113"/>
            <a:ext cx="5223582" cy="406713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defRPr sz="1800">
                <a:latin typeface="+mn-ea"/>
                <a:ea typeface="+mn-ea"/>
              </a:defRPr>
            </a:lvl1pPr>
            <a:lvl2pPr>
              <a:lnSpc>
                <a:spcPct val="100000"/>
              </a:lnSpc>
              <a:defRPr sz="1600">
                <a:latin typeface="+mn-ea"/>
                <a:ea typeface="+mn-ea"/>
              </a:defRPr>
            </a:lvl2pPr>
            <a:lvl3pPr>
              <a:lnSpc>
                <a:spcPct val="100000"/>
              </a:lnSpc>
              <a:defRPr sz="1400">
                <a:latin typeface="+mn-ea"/>
                <a:ea typeface="+mn-ea"/>
              </a:defRPr>
            </a:lvl3pPr>
            <a:lvl4pPr>
              <a:lnSpc>
                <a:spcPct val="100000"/>
              </a:lnSpc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1" y="820407"/>
            <a:ext cx="8104689" cy="41577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15" name="フッター プレースホルダー 14">
            <a:extLst>
              <a:ext uri="{FF2B5EF4-FFF2-40B4-BE49-F238E27FC236}">
                <a16:creationId xmlns:a16="http://schemas.microsoft.com/office/drawing/2014/main" id="{F2D013E4-76F3-05AE-A754-821A36C405C6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948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nf-ex-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プレースホルダー 9"/>
          <p:cNvSpPr>
            <a:spLocks noGrp="1"/>
          </p:cNvSpPr>
          <p:nvPr>
            <p:ph type="body" sz="quarter" idx="49" hasCustomPrompt="1"/>
          </p:nvPr>
        </p:nvSpPr>
        <p:spPr>
          <a:xfrm>
            <a:off x="0" y="2"/>
            <a:ext cx="9144000" cy="6850062"/>
          </a:xfrm>
          <a:prstGeom prst="rect">
            <a:avLst/>
          </a:prstGeom>
        </p:spPr>
        <p:txBody>
          <a:bodyPr tIns="4320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We recommended using images downloaded from GML-Global Multimedia Library.</a:t>
            </a:r>
            <a:endParaRPr kumimoji="1" lang="ja-JP" altLang="en-US" dirty="0"/>
          </a:p>
        </p:txBody>
      </p:sp>
      <p:sp>
        <p:nvSpPr>
          <p:cNvPr id="15" name="テキスト プレースホルダー 9"/>
          <p:cNvSpPr>
            <a:spLocks noGrp="1"/>
          </p:cNvSpPr>
          <p:nvPr>
            <p:ph type="body" sz="quarter" idx="50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tIns="4104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 bwMode="white">
          <a:xfrm>
            <a:off x="0" y="1"/>
            <a:ext cx="9144000" cy="6857999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5A111435-B1B6-FFE7-59CB-76E4B09D2AB0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3D9C37-72F2-7AB2-66FE-211732E60B11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  <p:sp>
        <p:nvSpPr>
          <p:cNvPr id="12" name="テキスト プレースホルダー 13">
            <a:extLst>
              <a:ext uri="{FF2B5EF4-FFF2-40B4-BE49-F238E27FC236}">
                <a16:creationId xmlns:a16="http://schemas.microsoft.com/office/drawing/2014/main" id="{3E856050-2118-470F-4A4F-0E8F9209C24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56470" y="296070"/>
            <a:ext cx="920294" cy="29686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テキスト プレースホルダー 4">
            <a:extLst>
              <a:ext uri="{FF2B5EF4-FFF2-40B4-BE49-F238E27FC236}">
                <a16:creationId xmlns:a16="http://schemas.microsoft.com/office/drawing/2014/main" id="{F45543AE-5EF1-2DEE-3A7E-F3FB0AB68D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5263" y="6226643"/>
            <a:ext cx="1046134" cy="59802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kumimoji="1" lang="ja-JP" altLang="en-US" dirty="0"/>
              <a:t>　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5C8D4D83-753D-A2A9-67FD-6F223C340F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54931" y="6553198"/>
            <a:ext cx="1754982" cy="14461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lvl="0"/>
            <a:r>
              <a:rPr kumimoji="1" lang="ja-JP" altLang="en-US" dirty="0"/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501896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nf-ex-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4F14137D-65BA-AC51-F73E-41D6C3280CF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610348" y="7937"/>
            <a:ext cx="2535647" cy="6850063"/>
          </a:xfrm>
          <a:prstGeom prst="rect">
            <a:avLst/>
          </a:prstGeom>
        </p:spPr>
        <p:txBody>
          <a:bodyPr tIns="4968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GML-Global Multimedia Library.</a:t>
            </a:r>
            <a:endParaRPr kumimoji="1" lang="ja-JP" altLang="en-US" dirty="0"/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BB924697-1583-C66B-1221-6A9D31D02A2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536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We recommended using</a:t>
            </a:r>
            <a:endParaRPr kumimoji="1" lang="ja-JP" altLang="en-US" dirty="0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6DDF861C-C385-1867-2A90-5E5E3775D64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104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</a:t>
            </a:r>
            <a:endParaRPr kumimoji="1" lang="ja-JP" alt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3A49C72-F280-E4F6-D1B4-CB0C7926275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320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have no copyright issues.</a:t>
            </a:r>
            <a:endParaRPr kumimoji="1" lang="ja-JP" altLang="en-US" dirty="0"/>
          </a:p>
        </p:txBody>
      </p:sp>
      <p:sp>
        <p:nvSpPr>
          <p:cNvPr id="17" name="テキスト プレースホルダー 9">
            <a:extLst>
              <a:ext uri="{FF2B5EF4-FFF2-40B4-BE49-F238E27FC236}">
                <a16:creationId xmlns:a16="http://schemas.microsoft.com/office/drawing/2014/main" id="{D94C94CF-4748-834F-07E2-7DDAD9DF607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752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images downloaded from</a:t>
            </a:r>
            <a:endParaRPr kumimoji="1" lang="ja-JP" altLang="en-US" dirty="0"/>
          </a:p>
        </p:txBody>
      </p:sp>
      <p:sp>
        <p:nvSpPr>
          <p:cNvPr id="18" name="図プレースホルダー 21">
            <a:extLst>
              <a:ext uri="{FF2B5EF4-FFF2-40B4-BE49-F238E27FC236}">
                <a16:creationId xmlns:a16="http://schemas.microsoft.com/office/drawing/2014/main" id="{6B3567A6-6DD9-F35E-199E-2DE7110CD92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white">
          <a:xfrm>
            <a:off x="3577195" y="1"/>
            <a:ext cx="5920845" cy="6857999"/>
          </a:xfrm>
          <a:custGeom>
            <a:avLst/>
            <a:gdLst>
              <a:gd name="connsiteX0" fmla="*/ 0 w 5548312"/>
              <a:gd name="connsiteY0" fmla="*/ 0 h 6864350"/>
              <a:gd name="connsiteX1" fmla="*/ 5548312 w 5548312"/>
              <a:gd name="connsiteY1" fmla="*/ 0 h 6864350"/>
              <a:gd name="connsiteX2" fmla="*/ 5548312 w 5548312"/>
              <a:gd name="connsiteY2" fmla="*/ 6864350 h 6864350"/>
              <a:gd name="connsiteX3" fmla="*/ 0 w 5548312"/>
              <a:gd name="connsiteY3" fmla="*/ 6864350 h 6864350"/>
              <a:gd name="connsiteX4" fmla="*/ 0 w 5548312"/>
              <a:gd name="connsiteY4" fmla="*/ 0 h 6864350"/>
              <a:gd name="connsiteX0" fmla="*/ 1995487 w 5548312"/>
              <a:gd name="connsiteY0" fmla="*/ 0 h 6869113"/>
              <a:gd name="connsiteX1" fmla="*/ 5548312 w 5548312"/>
              <a:gd name="connsiteY1" fmla="*/ 4763 h 6869113"/>
              <a:gd name="connsiteX2" fmla="*/ 5548312 w 5548312"/>
              <a:gd name="connsiteY2" fmla="*/ 6869113 h 6869113"/>
              <a:gd name="connsiteX3" fmla="*/ 0 w 5548312"/>
              <a:gd name="connsiteY3" fmla="*/ 6869113 h 6869113"/>
              <a:gd name="connsiteX4" fmla="*/ 1995487 w 5548312"/>
              <a:gd name="connsiteY4" fmla="*/ 0 h 6869113"/>
              <a:gd name="connsiteX0" fmla="*/ 1657159 w 5548312"/>
              <a:gd name="connsiteY0" fmla="*/ 4381 h 6864350"/>
              <a:gd name="connsiteX1" fmla="*/ 5548312 w 5548312"/>
              <a:gd name="connsiteY1" fmla="*/ 0 h 6864350"/>
              <a:gd name="connsiteX2" fmla="*/ 5548312 w 5548312"/>
              <a:gd name="connsiteY2" fmla="*/ 6864350 h 6864350"/>
              <a:gd name="connsiteX3" fmla="*/ 0 w 5548312"/>
              <a:gd name="connsiteY3" fmla="*/ 6864350 h 6864350"/>
              <a:gd name="connsiteX4" fmla="*/ 1657159 w 5548312"/>
              <a:gd name="connsiteY4" fmla="*/ 4381 h 6864350"/>
              <a:gd name="connsiteX0" fmla="*/ 2029692 w 5920845"/>
              <a:gd name="connsiteY0" fmla="*/ 4381 h 6864350"/>
              <a:gd name="connsiteX1" fmla="*/ 5920845 w 5920845"/>
              <a:gd name="connsiteY1" fmla="*/ 0 h 6864350"/>
              <a:gd name="connsiteX2" fmla="*/ 5920845 w 5920845"/>
              <a:gd name="connsiteY2" fmla="*/ 6864350 h 6864350"/>
              <a:gd name="connsiteX3" fmla="*/ 0 w 5920845"/>
              <a:gd name="connsiteY3" fmla="*/ 6864350 h 6864350"/>
              <a:gd name="connsiteX4" fmla="*/ 2029692 w 5920845"/>
              <a:gd name="connsiteY4" fmla="*/ 4381 h 6864350"/>
              <a:gd name="connsiteX0" fmla="*/ 2025459 w 5920845"/>
              <a:gd name="connsiteY0" fmla="*/ 148 h 6864350"/>
              <a:gd name="connsiteX1" fmla="*/ 5920845 w 5920845"/>
              <a:gd name="connsiteY1" fmla="*/ 0 h 6864350"/>
              <a:gd name="connsiteX2" fmla="*/ 5920845 w 5920845"/>
              <a:gd name="connsiteY2" fmla="*/ 6864350 h 6864350"/>
              <a:gd name="connsiteX3" fmla="*/ 0 w 5920845"/>
              <a:gd name="connsiteY3" fmla="*/ 6864350 h 6864350"/>
              <a:gd name="connsiteX4" fmla="*/ 2025459 w 5920845"/>
              <a:gd name="connsiteY4" fmla="*/ 148 h 686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0845" h="6864350">
                <a:moveTo>
                  <a:pt x="2025459" y="148"/>
                </a:moveTo>
                <a:lnTo>
                  <a:pt x="5920845" y="0"/>
                </a:lnTo>
                <a:lnTo>
                  <a:pt x="5920845" y="6864350"/>
                </a:lnTo>
                <a:lnTo>
                  <a:pt x="0" y="6864350"/>
                </a:lnTo>
                <a:lnTo>
                  <a:pt x="2025459" y="148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</p:spPr>
        <p:txBody>
          <a:bodyPr lIns="2520000" tIns="0" rIns="0" bIns="0" anchor="ctr"/>
          <a:lstStyle>
            <a:lvl1pPr algn="ctr"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←</a:t>
            </a:r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22" name="テキスト プレースホルダー 25">
            <a:extLst>
              <a:ext uri="{FF2B5EF4-FFF2-40B4-BE49-F238E27FC236}">
                <a16:creationId xmlns:a16="http://schemas.microsoft.com/office/drawing/2014/main" id="{C50ED5C9-C153-7EBB-45EE-6BBE2BD644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661035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828000" tIns="360000" rIns="360000" bIns="360000" anchor="ctr" anchorCtr="0"/>
          <a:lstStyle>
            <a:lvl1pPr>
              <a:lnSpc>
                <a:spcPct val="100000"/>
              </a:lnSpc>
              <a:defRPr sz="3000" b="0" i="1" spc="0">
                <a:solidFill>
                  <a:schemeClr val="bg2"/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kumimoji="1" lang="en-US" altLang="ja-JP" dirty="0"/>
              <a:t>Enter the closing message.</a:t>
            </a:r>
          </a:p>
        </p:txBody>
      </p:sp>
      <p:sp>
        <p:nvSpPr>
          <p:cNvPr id="25" name="テキスト プレースホルダー 13">
            <a:extLst>
              <a:ext uri="{FF2B5EF4-FFF2-40B4-BE49-F238E27FC236}">
                <a16:creationId xmlns:a16="http://schemas.microsoft.com/office/drawing/2014/main" id="{3E650B1A-59D6-4D18-9654-84AC510380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52342" y="296070"/>
            <a:ext cx="920294" cy="29686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6" name="テキスト プレースホルダー 4">
            <a:extLst>
              <a:ext uri="{FF2B5EF4-FFF2-40B4-BE49-F238E27FC236}">
                <a16:creationId xmlns:a16="http://schemas.microsoft.com/office/drawing/2014/main" id="{41396FF1-DFAD-1EC1-C56E-6E9BB2BAFB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5263" y="6226643"/>
            <a:ext cx="1046134" cy="598022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　</a:t>
            </a:r>
          </a:p>
        </p:txBody>
      </p:sp>
      <p:sp>
        <p:nvSpPr>
          <p:cNvPr id="27" name="テキスト プレースホルダー 4">
            <a:extLst>
              <a:ext uri="{FF2B5EF4-FFF2-40B4-BE49-F238E27FC236}">
                <a16:creationId xmlns:a16="http://schemas.microsoft.com/office/drawing/2014/main" id="{742CF15D-9AA3-56E4-4244-D1D2C91DD0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54932" y="6552556"/>
            <a:ext cx="1507332" cy="14287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　</a:t>
            </a: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2585FCFA-A1C4-970F-C526-C13E56DE7D10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42EF52D-BFEB-E7C5-6001-23CC41D515E4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363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nf-ex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AAB283C8-E66E-497B-5E97-28B75F1E7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63850" y="2820025"/>
            <a:ext cx="3440110" cy="131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46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Cover: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38F9DD9-785B-3FEB-6B02-14DF62615A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5BA6DBA-D130-6031-49B3-24DE7D9AD1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161" y="616744"/>
            <a:ext cx="2199866" cy="838676"/>
          </a:xfrm>
          <a:prstGeom prst="rect">
            <a:avLst/>
          </a:prstGeom>
        </p:spPr>
      </p:pic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9F21BAD5-580B-240B-ECBB-FFA33DB0C6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0326" y="1984232"/>
            <a:ext cx="6296243" cy="2306880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5000"/>
              </a:lnSpc>
              <a:defRPr sz="30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up to 3 lines of title.</a:t>
            </a:r>
            <a:r>
              <a:rPr kumimoji="1" lang="ja-JP" altLang="en-US" dirty="0"/>
              <a:t>　　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509230D9-F241-F4E0-3ED5-7BE573E12F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096" y="5248445"/>
            <a:ext cx="3789982" cy="39417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00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Presenter Name</a:t>
            </a:r>
            <a:r>
              <a:rPr kumimoji="1" lang="ja-JP" altLang="en-US" dirty="0"/>
              <a:t>　　</a:t>
            </a:r>
          </a:p>
        </p:txBody>
      </p:sp>
      <p:sp>
        <p:nvSpPr>
          <p:cNvPr id="9" name="図プレースホルダー 12">
            <a:extLst>
              <a:ext uri="{FF2B5EF4-FFF2-40B4-BE49-F238E27FC236}">
                <a16:creationId xmlns:a16="http://schemas.microsoft.com/office/drawing/2014/main" id="{B0339C28-578E-DB4B-281B-C76E3D166A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77871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0" name="図プレースホルダー 12">
            <a:extLst>
              <a:ext uri="{FF2B5EF4-FFF2-40B4-BE49-F238E27FC236}">
                <a16:creationId xmlns:a16="http://schemas.microsoft.com/office/drawing/2014/main" id="{94EFCA79-2E60-BC8D-85BA-5B6A9940369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85358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1" name="図プレースホルダー 12">
            <a:extLst>
              <a:ext uri="{FF2B5EF4-FFF2-40B4-BE49-F238E27FC236}">
                <a16:creationId xmlns:a16="http://schemas.microsoft.com/office/drawing/2014/main" id="{2F95FF16-2219-C412-EEA2-DBAE5408EC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177871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2" name="図プレースホルダー 12">
            <a:extLst>
              <a:ext uri="{FF2B5EF4-FFF2-40B4-BE49-F238E27FC236}">
                <a16:creationId xmlns:a16="http://schemas.microsoft.com/office/drawing/2014/main" id="{7B257966-80BA-7267-2DB4-75CC4E34982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585358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4" name="図プレースホルダー 12">
            <a:extLst>
              <a:ext uri="{FF2B5EF4-FFF2-40B4-BE49-F238E27FC236}">
                <a16:creationId xmlns:a16="http://schemas.microsoft.com/office/drawing/2014/main" id="{464B654F-9795-681B-19D8-3E971932F18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70384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5" name="図プレースホルダー 12">
            <a:extLst>
              <a:ext uri="{FF2B5EF4-FFF2-40B4-BE49-F238E27FC236}">
                <a16:creationId xmlns:a16="http://schemas.microsoft.com/office/drawing/2014/main" id="{365273BD-98C4-49C5-0D47-A326C32CB6C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0384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6" name="図プレースホルダー 12">
            <a:extLst>
              <a:ext uri="{FF2B5EF4-FFF2-40B4-BE49-F238E27FC236}">
                <a16:creationId xmlns:a16="http://schemas.microsoft.com/office/drawing/2014/main" id="{76026678-4CC6-E44B-E396-650D6C3C88D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177871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7" name="図プレースホルダー 12">
            <a:extLst>
              <a:ext uri="{FF2B5EF4-FFF2-40B4-BE49-F238E27FC236}">
                <a16:creationId xmlns:a16="http://schemas.microsoft.com/office/drawing/2014/main" id="{ADD81A61-AADC-767C-F750-11CC2EC924F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85358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8" name="図プレースホルダー 12">
            <a:extLst>
              <a:ext uri="{FF2B5EF4-FFF2-40B4-BE49-F238E27FC236}">
                <a16:creationId xmlns:a16="http://schemas.microsoft.com/office/drawing/2014/main" id="{19D88EE2-42DE-88CF-AD88-4DF194CE80D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70384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9" name="図プレースホルダー 12">
            <a:extLst>
              <a:ext uri="{FF2B5EF4-FFF2-40B4-BE49-F238E27FC236}">
                <a16:creationId xmlns:a16="http://schemas.microsoft.com/office/drawing/2014/main" id="{BAED4585-8CA4-4BA9-92B5-499CC15B271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362897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0" name="図プレースホルダー 12">
            <a:extLst>
              <a:ext uri="{FF2B5EF4-FFF2-40B4-BE49-F238E27FC236}">
                <a16:creationId xmlns:a16="http://schemas.microsoft.com/office/drawing/2014/main" id="{0CC5D90D-B4FB-1650-89B6-346F9FF1FA9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362897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1" name="図プレースホルダー 12">
            <a:extLst>
              <a:ext uri="{FF2B5EF4-FFF2-40B4-BE49-F238E27FC236}">
                <a16:creationId xmlns:a16="http://schemas.microsoft.com/office/drawing/2014/main" id="{BB092AD3-9F3D-7ADD-0F91-75AC3FF64CD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4362897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2" name="テキスト プレースホルダー 14">
            <a:extLst>
              <a:ext uri="{FF2B5EF4-FFF2-40B4-BE49-F238E27FC236}">
                <a16:creationId xmlns:a16="http://schemas.microsoft.com/office/drawing/2014/main" id="{C0A5F866-04E4-D23D-61B2-CF8548D6039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1975" y="4978703"/>
            <a:ext cx="3764715" cy="269742"/>
          </a:xfrm>
          <a:prstGeom prst="rect">
            <a:avLst/>
          </a:prstGeom>
        </p:spPr>
        <p:txBody>
          <a:bodyPr/>
          <a:lstStyle>
            <a:lvl1pPr>
              <a:defRPr lang="ja-JP" altLang="en-US" sz="1600" dirty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00/****/2023</a:t>
            </a:r>
            <a:endParaRPr kumimoji="1" lang="ja-JP" altLang="en-US" dirty="0"/>
          </a:p>
        </p:txBody>
      </p:sp>
      <p:sp>
        <p:nvSpPr>
          <p:cNvPr id="24" name="テキスト プレースホルダー 7">
            <a:extLst>
              <a:ext uri="{FF2B5EF4-FFF2-40B4-BE49-F238E27FC236}">
                <a16:creationId xmlns:a16="http://schemas.microsoft.com/office/drawing/2014/main" id="{7F4B2B8B-B0CF-061C-2613-30E806D816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096" y="5659032"/>
            <a:ext cx="3789982" cy="6453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00"/>
              </a:lnSpc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up to 3 lines of department name.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5920AB62-D76B-A82E-5F37-7AD4821512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075" y="282211"/>
            <a:ext cx="953428" cy="32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993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3">
            <a:extLst>
              <a:ext uri="{FF2B5EF4-FFF2-40B4-BE49-F238E27FC236}">
                <a16:creationId xmlns:a16="http://schemas.microsoft.com/office/drawing/2014/main" id="{8E62F7C9-5E0F-2937-D067-A8C94A59044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94924" y="1720413"/>
            <a:ext cx="7449076" cy="4391380"/>
          </a:xfrm>
          <a:prstGeom prst="rect">
            <a:avLst/>
          </a:prstGeom>
        </p:spPr>
        <p:txBody>
          <a:bodyPr/>
          <a:lstStyle>
            <a:lvl1pPr marL="457200" indent="-457200" fontAlgn="b">
              <a:lnSpc>
                <a:spcPct val="114000"/>
              </a:lnSpc>
              <a:buSzPct val="85000"/>
              <a:buFont typeface="+mj-lt"/>
              <a:buAutoNum type="arabicPeriod"/>
              <a:defRPr sz="2500">
                <a:latin typeface="+mn-ea"/>
                <a:ea typeface="+mn-ea"/>
              </a:defRPr>
            </a:lvl1pPr>
            <a:lvl2pPr marL="8001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800">
                <a:latin typeface="+mn-ea"/>
                <a:ea typeface="+mn-ea"/>
              </a:defRPr>
            </a:lvl2pPr>
            <a:lvl3pPr marL="12573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800">
                <a:latin typeface="+mn-ea"/>
                <a:ea typeface="+mn-ea"/>
              </a:defRPr>
            </a:lvl3pPr>
            <a:lvl4pPr marL="17145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>
                <a:latin typeface="+mn-ea"/>
                <a:ea typeface="+mn-ea"/>
              </a:defRPr>
            </a:lvl4pPr>
            <a:lvl5pPr marL="21717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kumimoji="1" lang="en-US" altLang="ja-JP" dirty="0"/>
              <a:t>Title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35F33E62-F9A0-0C1C-1758-886B2858CD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955" y="523797"/>
            <a:ext cx="8512045" cy="1171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Agenda(Please enter)</a:t>
            </a:r>
            <a:endParaRPr kumimoji="1" lang="ja-JP" alt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A4D8B45-2E93-5A06-B4B4-13F67AC9BA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A953F21-E29F-E50F-F756-09705379611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230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552B17DC-0867-36D1-18C0-19BC7D8EE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0040" y="2557428"/>
            <a:ext cx="7459748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title</a:t>
            </a:r>
            <a:endParaRPr kumimoji="1" lang="ja-JP" altLang="en-US" dirty="0"/>
          </a:p>
        </p:txBody>
      </p:sp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940AE87B-5204-920B-D4C1-F200510F0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0040" y="3227437"/>
            <a:ext cx="7459749" cy="609600"/>
          </a:xfrm>
          <a:prstGeom prst="rect">
            <a:avLst/>
          </a:prstGeom>
        </p:spPr>
        <p:txBody>
          <a:bodyPr l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7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Subtitle</a:t>
            </a:r>
            <a:endParaRPr kumimoji="1" lang="ja-JP" altLang="en-US" dirty="0"/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BEC5E41D-A6B1-81B2-39ED-8C841186BB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5074" y="278224"/>
            <a:ext cx="3181670" cy="1976765"/>
          </a:xfrm>
          <a:prstGeom prst="rect">
            <a:avLst/>
          </a:prstGeom>
        </p:spPr>
        <p:txBody>
          <a:bodyPr/>
          <a:lstStyle>
            <a:lvl1pPr>
              <a:defRPr sz="155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A8EF57-1723-8219-5391-2CC30739F02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45762107-2DAA-3040-1DEA-7AD0FDAB445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435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 dirty="0"/>
              <a:t>Title</a:t>
            </a:r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40B27C-2825-5D2A-85F8-EB81E3D65D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623B9C-032E-B49D-6541-ACBBE60E7E4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010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nf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86D9E996-A3DF-177A-E5D8-9C52E32DE4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78541531-A2AE-1A39-64F8-0A7AC2D7581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 bwMode="white">
          <a:xfrm>
            <a:off x="2" y="6200774"/>
            <a:ext cx="8017312" cy="657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10191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CDAED89-8FDF-B5AD-6FE4-A04A2E81ED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C7753C-0360-4536-364E-2AD74DE070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4601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Standard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5742793"/>
            <a:ext cx="9144001" cy="456628"/>
          </a:xfrm>
          <a:prstGeom prst="rect">
            <a:avLst/>
          </a:prstGeom>
        </p:spPr>
        <p:txBody>
          <a:bodyPr tIns="0" bIns="36000" anchor="b"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タイトル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563C08D-8075-4C89-D370-BAF3E5ECDCA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32D25A7-D457-D917-EF39-0857D9C9EAD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7748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Standard + Summary(Hig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729710"/>
            <a:ext cx="9144000" cy="456628"/>
          </a:xfrm>
          <a:prstGeom prst="rect">
            <a:avLst/>
          </a:prstGeom>
        </p:spPr>
        <p:txBody>
          <a:bodyPr tIns="72000" anchor="t"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コンテンツ プレースホルダー 24"/>
          <p:cNvSpPr>
            <a:spLocks noGrp="1"/>
          </p:cNvSpPr>
          <p:nvPr>
            <p:ph sz="quarter" idx="19" hasCustomPrompt="1"/>
          </p:nvPr>
        </p:nvSpPr>
        <p:spPr>
          <a:xfrm>
            <a:off x="1" y="1211860"/>
            <a:ext cx="9143999" cy="4988915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AC869B5C-D137-4D41-0DD5-76F047B9A53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3C52AB36-7EFB-BD46-2250-FA32D8CA8B9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5662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1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9"/>
          <p:cNvSpPr>
            <a:spLocks noGrp="1"/>
          </p:cNvSpPr>
          <p:nvPr>
            <p:ph type="body" sz="quarter" idx="50" hasCustomPrompt="1"/>
          </p:nvPr>
        </p:nvSpPr>
        <p:spPr>
          <a:xfrm>
            <a:off x="684213" y="1243529"/>
            <a:ext cx="7775575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5" name="図プレースホルダー 6"/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684213" y="1243529"/>
            <a:ext cx="7775575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757262"/>
            <a:ext cx="9143999" cy="4454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タイトル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D9AEAB0-67E6-C15B-B570-A8075C149F03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2B1BD2C-C6B5-E0E7-D52D-BA32602BC398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1540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2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9"/>
          <p:cNvSpPr>
            <a:spLocks noGrp="1"/>
          </p:cNvSpPr>
          <p:nvPr>
            <p:ph type="body" sz="quarter" idx="50" hasCustomPrompt="1"/>
          </p:nvPr>
        </p:nvSpPr>
        <p:spPr>
          <a:xfrm>
            <a:off x="4647652" y="1243529"/>
            <a:ext cx="3812135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11" name="テキスト プレースホルダー 9"/>
          <p:cNvSpPr>
            <a:spLocks noGrp="1"/>
          </p:cNvSpPr>
          <p:nvPr>
            <p:ph type="body" sz="quarter" idx="51" hasCustomPrompt="1"/>
          </p:nvPr>
        </p:nvSpPr>
        <p:spPr>
          <a:xfrm>
            <a:off x="684212" y="1243529"/>
            <a:ext cx="3815427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6" name="図プレースホルダー 6"/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684213" y="1243529"/>
            <a:ext cx="3815426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757262"/>
            <a:ext cx="9143999" cy="445407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20" hasCustomPrompt="1"/>
          </p:nvPr>
        </p:nvSpPr>
        <p:spPr bwMode="white">
          <a:xfrm>
            <a:off x="4647652" y="1243529"/>
            <a:ext cx="3812135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978E963-3842-EB96-E480-E2D0DAA59D3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E43C637E-79BF-9C70-E6DA-686FD93324EA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967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Content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テキスト プレースホルダー 8">
            <a:extLst>
              <a:ext uri="{FF2B5EF4-FFF2-40B4-BE49-F238E27FC236}">
                <a16:creationId xmlns:a16="http://schemas.microsoft.com/office/drawing/2014/main" id="{2AE45F9A-A516-54F1-B1AB-9199CC57D9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1" y="3928350"/>
            <a:ext cx="4808538" cy="206312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2" name="コンテンツ プレースホルダー 14">
            <a:extLst>
              <a:ext uri="{FF2B5EF4-FFF2-40B4-BE49-F238E27FC236}">
                <a16:creationId xmlns:a16="http://schemas.microsoft.com/office/drawing/2014/main" id="{C6648626-2F67-74A0-7786-11BD8FA26BF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8"/>
            <a:ext cx="3446461" cy="243547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3" name="コンテンツ プレースホルダー 14">
            <a:extLst>
              <a:ext uri="{FF2B5EF4-FFF2-40B4-BE49-F238E27FC236}">
                <a16:creationId xmlns:a16="http://schemas.microsoft.com/office/drawing/2014/main" id="{D9320507-1CF5-266A-7D04-C729E50BA9A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84213" y="3556005"/>
            <a:ext cx="3446461" cy="243547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BF0AE16E-A3F2-A409-875F-9DF6EE267F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EA54130F-9EA1-A7E2-E581-3E5CA63A1C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5462" y="3556005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 marL="0" indent="0">
              <a:buFont typeface="Arial" panose="020B0604020202020204" pitchFamily="34" charset="0"/>
              <a:buNone/>
              <a:defRPr sz="2200" b="1"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</a:t>
            </a:r>
            <a:endParaRPr kumimoji="1" lang="en-US" altLang="ja-JP" dirty="0"/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643BCEA2-1042-B017-A2B9-F70EA13F8B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3"/>
            <a:ext cx="4808538" cy="206312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フッター プレースホルダー 16">
            <a:extLst>
              <a:ext uri="{FF2B5EF4-FFF2-40B4-BE49-F238E27FC236}">
                <a16:creationId xmlns:a16="http://schemas.microsoft.com/office/drawing/2014/main" id="{63CA6584-75C1-CBFF-35B6-E31F5310B99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893C5DD3-AE72-75EE-347A-64F230C8354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7003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Content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0CC57EF0-89B9-0983-88E8-F11396A46D4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9"/>
            <a:ext cx="3446461" cy="2280660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FDE20D03-159D-3B66-CAC1-BEB743A615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E173F1A0-34E5-8F34-6369-75446310CCA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4"/>
            <a:ext cx="4808538" cy="190711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6" name="テキスト プレースホルダー 5">
            <a:extLst>
              <a:ext uri="{FF2B5EF4-FFF2-40B4-BE49-F238E27FC236}">
                <a16:creationId xmlns:a16="http://schemas.microsoft.com/office/drawing/2014/main" id="{DFEF5519-E9DC-D3BA-CB63-0C3CCC2E23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50891"/>
            <a:ext cx="9144000" cy="456628"/>
          </a:xfrm>
          <a:prstGeom prst="rect">
            <a:avLst/>
          </a:prstGeom>
        </p:spPr>
        <p:txBody>
          <a:bodyPr tIns="0" bIns="3600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7" name="コンテンツ プレースホルダー 14">
            <a:extLst>
              <a:ext uri="{FF2B5EF4-FFF2-40B4-BE49-F238E27FC236}">
                <a16:creationId xmlns:a16="http://schemas.microsoft.com/office/drawing/2014/main" id="{18485474-EC5E-B097-8A92-C11D1504305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84213" y="3408589"/>
            <a:ext cx="3454797" cy="2280660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8" name="テキスト プレースホルダー 11">
            <a:extLst>
              <a:ext uri="{FF2B5EF4-FFF2-40B4-BE49-F238E27FC236}">
                <a16:creationId xmlns:a16="http://schemas.microsoft.com/office/drawing/2014/main" id="{69438046-4175-0CE1-9915-A0822A84C4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2" y="3408318"/>
            <a:ext cx="4808539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9" name="テキスト プレースホルダー 8">
            <a:extLst>
              <a:ext uri="{FF2B5EF4-FFF2-40B4-BE49-F238E27FC236}">
                <a16:creationId xmlns:a16="http://schemas.microsoft.com/office/drawing/2014/main" id="{2B29F228-D18D-BC68-B7A1-364110E5F7A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5462" y="3782134"/>
            <a:ext cx="4808537" cy="190711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0" name="フッター プレースホルダー 19">
            <a:extLst>
              <a:ext uri="{FF2B5EF4-FFF2-40B4-BE49-F238E27FC236}">
                <a16:creationId xmlns:a16="http://schemas.microsoft.com/office/drawing/2014/main" id="{86FE3A08-1F00-0DCC-69E0-B1C4FB3EC0C4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9B629F43-1929-3B46-DD98-B1F6AD0B593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1132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Content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46EBF8F8-9F84-E90E-7F75-F71DE17287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8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6" name="テキスト プレースホルダー 11">
            <a:extLst>
              <a:ext uri="{FF2B5EF4-FFF2-40B4-BE49-F238E27FC236}">
                <a16:creationId xmlns:a16="http://schemas.microsoft.com/office/drawing/2014/main" id="{DAAAF19E-F26B-0AEB-BC9E-4A53E889CC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4" name="テキスト プレースホルダー 8">
            <a:extLst>
              <a:ext uri="{FF2B5EF4-FFF2-40B4-BE49-F238E27FC236}">
                <a16:creationId xmlns:a16="http://schemas.microsoft.com/office/drawing/2014/main" id="{2DAD23C2-3BB8-2357-F0AE-727AF719DB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4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6F24CB0E-BDA6-DE59-95DA-8861CB3B91F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84213" y="2704503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6" name="テキスト プレースホルダー 11">
            <a:extLst>
              <a:ext uri="{FF2B5EF4-FFF2-40B4-BE49-F238E27FC236}">
                <a16:creationId xmlns:a16="http://schemas.microsoft.com/office/drawing/2014/main" id="{0188301C-BF75-C98D-8BF8-3E26032B7E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35462" y="2704233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9" name="コンテンツ プレースホルダー 14">
            <a:extLst>
              <a:ext uri="{FF2B5EF4-FFF2-40B4-BE49-F238E27FC236}">
                <a16:creationId xmlns:a16="http://schemas.microsoft.com/office/drawing/2014/main" id="{74C89B63-2071-6544-01A4-1D05B3723E81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84213" y="4477788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20" name="テキスト プレースホルダー 11">
            <a:extLst>
              <a:ext uri="{FF2B5EF4-FFF2-40B4-BE49-F238E27FC236}">
                <a16:creationId xmlns:a16="http://schemas.microsoft.com/office/drawing/2014/main" id="{5E8E007D-6956-C364-4D4F-8C1E2BD682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35462" y="447751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1" name="テキスト プレースホルダー 8">
            <a:extLst>
              <a:ext uri="{FF2B5EF4-FFF2-40B4-BE49-F238E27FC236}">
                <a16:creationId xmlns:a16="http://schemas.microsoft.com/office/drawing/2014/main" id="{2C7FFA6F-2936-9762-3CFA-C924034DFCD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35462" y="3078049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2" name="テキスト プレースホルダー 8">
            <a:extLst>
              <a:ext uri="{FF2B5EF4-FFF2-40B4-BE49-F238E27FC236}">
                <a16:creationId xmlns:a16="http://schemas.microsoft.com/office/drawing/2014/main" id="{78D5C521-F78D-81C4-495B-5B2440B2DD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462" y="4853301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3" name="フッター プレースホルダー 22">
            <a:extLst>
              <a:ext uri="{FF2B5EF4-FFF2-40B4-BE49-F238E27FC236}">
                <a16:creationId xmlns:a16="http://schemas.microsoft.com/office/drawing/2014/main" id="{19E7577C-E020-A868-7173-06B5F9D58B75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4" name="スライド番号プレースホルダー 23">
            <a:extLst>
              <a:ext uri="{FF2B5EF4-FFF2-40B4-BE49-F238E27FC236}">
                <a16:creationId xmlns:a16="http://schemas.microsoft.com/office/drawing/2014/main" id="{9737C750-F7AD-2845-55DD-68962CFCBF3D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563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Content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201B3B1F-5272-2067-6881-068392E9CC5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9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D1B6A552-F00C-5D90-412C-489E79A89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9AD198AC-2091-1578-4E06-A7EEC5505D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5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テキスト プレースホルダー 5">
            <a:extLst>
              <a:ext uri="{FF2B5EF4-FFF2-40B4-BE49-F238E27FC236}">
                <a16:creationId xmlns:a16="http://schemas.microsoft.com/office/drawing/2014/main" id="{84A6E3A3-5BB3-A478-68EA-658E41EDA1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50891"/>
            <a:ext cx="9143999" cy="449884"/>
          </a:xfrm>
          <a:prstGeom prst="rect">
            <a:avLst/>
          </a:prstGeom>
        </p:spPr>
        <p:txBody>
          <a:bodyPr tIns="0" bIns="3600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8" name="コンテンツ プレースホルダー 14">
            <a:extLst>
              <a:ext uri="{FF2B5EF4-FFF2-40B4-BE49-F238E27FC236}">
                <a16:creationId xmlns:a16="http://schemas.microsoft.com/office/drawing/2014/main" id="{F1F236F4-A0CD-C70C-22F4-B8B81D7EB3E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84213" y="2544175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9" name="テキスト プレースホルダー 11">
            <a:extLst>
              <a:ext uri="{FF2B5EF4-FFF2-40B4-BE49-F238E27FC236}">
                <a16:creationId xmlns:a16="http://schemas.microsoft.com/office/drawing/2014/main" id="{DABAFDC2-8FE5-01D2-D135-0338DB1AE4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2" y="2543904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0" name="テキスト プレースホルダー 8">
            <a:extLst>
              <a:ext uri="{FF2B5EF4-FFF2-40B4-BE49-F238E27FC236}">
                <a16:creationId xmlns:a16="http://schemas.microsoft.com/office/drawing/2014/main" id="{3692C65C-979B-1FE7-E33B-6A4C9A2EE5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5462" y="2917721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3" name="コンテンツ プレースホルダー 14">
            <a:extLst>
              <a:ext uri="{FF2B5EF4-FFF2-40B4-BE49-F238E27FC236}">
                <a16:creationId xmlns:a16="http://schemas.microsoft.com/office/drawing/2014/main" id="{2BEBC854-5955-61F2-C2B6-24CDCC19E734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84213" y="4151567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24" name="テキスト プレースホルダー 11">
            <a:extLst>
              <a:ext uri="{FF2B5EF4-FFF2-40B4-BE49-F238E27FC236}">
                <a16:creationId xmlns:a16="http://schemas.microsoft.com/office/drawing/2014/main" id="{3DA4B2F1-B990-2041-DB57-B89E8BD833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35462" y="4151296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5" name="テキスト プレースホルダー 8">
            <a:extLst>
              <a:ext uri="{FF2B5EF4-FFF2-40B4-BE49-F238E27FC236}">
                <a16:creationId xmlns:a16="http://schemas.microsoft.com/office/drawing/2014/main" id="{6D3C689E-4E75-CB41-8A52-013965C709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35462" y="4525113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6" name="フッター プレースホルダー 25">
            <a:extLst>
              <a:ext uri="{FF2B5EF4-FFF2-40B4-BE49-F238E27FC236}">
                <a16:creationId xmlns:a16="http://schemas.microsoft.com/office/drawing/2014/main" id="{3D0ECED2-CB8C-B466-C785-E2BFB9DF4668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7" name="スライド番号プレースホルダー 26">
            <a:extLst>
              <a:ext uri="{FF2B5EF4-FFF2-40B4-BE49-F238E27FC236}">
                <a16:creationId xmlns:a16="http://schemas.microsoft.com/office/drawing/2014/main" id="{7652882E-267A-57CA-8156-747A583AFD31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6392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Content p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41F2FDC4-0B89-B969-A362-1E2A0835BC5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1235268"/>
            <a:ext cx="3484760" cy="2687699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3" name="テキスト プレースホルダー 16">
            <a:extLst>
              <a:ext uri="{FF2B5EF4-FFF2-40B4-BE49-F238E27FC236}">
                <a16:creationId xmlns:a16="http://schemas.microsoft.com/office/drawing/2014/main" id="{17050285-39F6-238E-1F0A-79EA75FAB7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844510"/>
            <a:ext cx="4579619" cy="324039"/>
          </a:xfrm>
          <a:prstGeom prst="rect">
            <a:avLst/>
          </a:prstGeom>
        </p:spPr>
        <p:txBody>
          <a:bodyPr lIns="720000" tIns="0" rIns="360000" bIns="0"/>
          <a:lstStyle>
            <a:lvl1pPr algn="l">
              <a:defRPr sz="2200" b="1">
                <a:latin typeface="+mj-ea"/>
                <a:ea typeface="+mj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4" name="テキスト プレースホルダー 16">
            <a:extLst>
              <a:ext uri="{FF2B5EF4-FFF2-40B4-BE49-F238E27FC236}">
                <a16:creationId xmlns:a16="http://schemas.microsoft.com/office/drawing/2014/main" id="{DFE9C96B-3625-619A-5539-EFE253BBC4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9619" y="844510"/>
            <a:ext cx="4564381" cy="324039"/>
          </a:xfrm>
          <a:prstGeom prst="rect">
            <a:avLst/>
          </a:prstGeom>
        </p:spPr>
        <p:txBody>
          <a:bodyPr lIns="396000" tIns="0" rIns="720000" bIns="0"/>
          <a:lstStyle>
            <a:lvl1pPr algn="l">
              <a:defRPr sz="2200" b="1">
                <a:latin typeface="+mj-ea"/>
                <a:ea typeface="+mj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655DE434-3A55-BEEB-AC1E-06CF397EA09E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987925" y="1235268"/>
            <a:ext cx="3471863" cy="2687699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56E577B0-B3F9-F198-3B0F-98CEAC399F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4026912"/>
            <a:ext cx="4579619" cy="1580982"/>
          </a:xfrm>
          <a:prstGeom prst="rect">
            <a:avLst/>
          </a:prstGeom>
        </p:spPr>
        <p:txBody>
          <a:bodyPr lIns="720000" tIns="0" rIns="36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テキスト プレースホルダー 8">
            <a:extLst>
              <a:ext uri="{FF2B5EF4-FFF2-40B4-BE49-F238E27FC236}">
                <a16:creationId xmlns:a16="http://schemas.microsoft.com/office/drawing/2014/main" id="{F2698872-4894-9983-9409-D607E488B0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9619" y="4026912"/>
            <a:ext cx="4564381" cy="1580982"/>
          </a:xfrm>
          <a:prstGeom prst="rect">
            <a:avLst/>
          </a:prstGeom>
        </p:spPr>
        <p:txBody>
          <a:bodyPr lIns="39600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8" name="テキスト プレースホルダー 5">
            <a:extLst>
              <a:ext uri="{FF2B5EF4-FFF2-40B4-BE49-F238E27FC236}">
                <a16:creationId xmlns:a16="http://schemas.microsoft.com/office/drawing/2014/main" id="{8DA44D6A-0AAD-E3EA-B346-36CB9F8ECA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689453"/>
            <a:ext cx="9144000" cy="445407"/>
          </a:xfrm>
          <a:prstGeom prst="rect">
            <a:avLst/>
          </a:prstGeom>
        </p:spPr>
        <p:txBody>
          <a:bodyPr lIns="720000" tIns="0" rIns="720000" bIns="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9" name="フッター プレースホルダー 18">
            <a:extLst>
              <a:ext uri="{FF2B5EF4-FFF2-40B4-BE49-F238E27FC236}">
                <a16:creationId xmlns:a16="http://schemas.microsoft.com/office/drawing/2014/main" id="{06F80C3B-BB65-CB5D-A312-219642ECED5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E55F01B5-44E7-79F2-1A90-8F031BB18012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530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-ex-Attached documents:Cover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5C8BEC-0344-85BC-C996-379FAEF93913}"/>
              </a:ext>
            </a:extLst>
          </p:cNvPr>
          <p:cNvSpPr txBox="1"/>
          <p:nvPr userDrawn="1"/>
        </p:nvSpPr>
        <p:spPr>
          <a:xfrm>
            <a:off x="979409" y="2811596"/>
            <a:ext cx="48814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0" dirty="0">
                <a:solidFill>
                  <a:schemeClr val="bg1"/>
                </a:solidFill>
                <a:latin typeface="+mn-ea"/>
                <a:ea typeface="+mn-ea"/>
              </a:rPr>
              <a:t>Attached documents</a:t>
            </a:r>
            <a:endParaRPr lang="ja-JP" altLang="en-US" sz="40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E1E718E-24DC-D6A1-8C99-1F01436846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46" y="6230012"/>
            <a:ext cx="1040415" cy="592385"/>
          </a:xfrm>
          <a:prstGeom prst="rect">
            <a:avLst/>
          </a:prstGeom>
        </p:spPr>
      </p:pic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F8A7CB-A1F0-F570-89E7-020A4B925C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017313" y="6332076"/>
            <a:ext cx="78501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  <p:sp>
        <p:nvSpPr>
          <p:cNvPr id="8" name="フッター プレースホルダー 5">
            <a:extLst>
              <a:ext uri="{FF2B5EF4-FFF2-40B4-BE49-F238E27FC236}">
                <a16:creationId xmlns:a16="http://schemas.microsoft.com/office/drawing/2014/main" id="{6DB0F5E2-542C-F9AD-2E0C-A9E95B0F52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06648" y="6269161"/>
            <a:ext cx="4623616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B80496-E92D-5D82-6391-3BA268175169}"/>
              </a:ext>
            </a:extLst>
          </p:cNvPr>
          <p:cNvSpPr txBox="1"/>
          <p:nvPr userDrawn="1"/>
        </p:nvSpPr>
        <p:spPr>
          <a:xfrm>
            <a:off x="1305878" y="6525605"/>
            <a:ext cx="1624163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 dirty="0">
                <a:solidFill>
                  <a:srgbClr val="FFFFFF"/>
                </a:solidFill>
                <a:latin typeface="+mn-ea"/>
                <a:ea typeface="+mn-ea"/>
              </a:rPr>
              <a:t>© DENSO CORPORATION</a:t>
            </a:r>
            <a:r>
              <a:rPr kumimoji="1" lang="en-US" altLang="ja-JP" sz="550" spc="0" baseline="0" dirty="0">
                <a:solidFill>
                  <a:srgbClr val="FFFFFF"/>
                </a:solidFill>
                <a:latin typeface="+mn-ea"/>
                <a:ea typeface="+mn-ea"/>
              </a:rPr>
              <a:t> All Rights Reserved.</a:t>
            </a:r>
            <a:endParaRPr kumimoji="1" lang="ja-JP" altLang="en-US" sz="550" spc="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5725CDA-2EB0-1B91-B974-46BE9B6B49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"/>
          <a:stretch/>
        </p:blipFill>
        <p:spPr>
          <a:xfrm>
            <a:off x="7847463" y="297228"/>
            <a:ext cx="925173" cy="29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448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Attached docu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0" y="708846"/>
            <a:ext cx="9144001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91C71859-3E46-3A8A-0546-F430D447A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986" y="254791"/>
            <a:ext cx="6858916" cy="41577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6" name="角丸四角形 6">
            <a:extLst>
              <a:ext uri="{FF2B5EF4-FFF2-40B4-BE49-F238E27FC236}">
                <a16:creationId xmlns:a16="http://schemas.microsoft.com/office/drawing/2014/main" id="{4DADB88A-B463-35F6-F415-140464E3C3E2}"/>
              </a:ext>
            </a:extLst>
          </p:cNvPr>
          <p:cNvSpPr/>
          <p:nvPr userDrawn="1"/>
        </p:nvSpPr>
        <p:spPr>
          <a:xfrm>
            <a:off x="-1" y="252409"/>
            <a:ext cx="1293019" cy="418152"/>
          </a:xfrm>
          <a:custGeom>
            <a:avLst/>
            <a:gdLst>
              <a:gd name="connsiteX0" fmla="*/ 0 w 1097756"/>
              <a:gd name="connsiteY0" fmla="*/ 0 h 415770"/>
              <a:gd name="connsiteX1" fmla="*/ 0 w 1097756"/>
              <a:gd name="connsiteY1" fmla="*/ 0 h 415770"/>
              <a:gd name="connsiteX2" fmla="*/ 1097756 w 1097756"/>
              <a:gd name="connsiteY2" fmla="*/ 0 h 415770"/>
              <a:gd name="connsiteX3" fmla="*/ 1097756 w 1097756"/>
              <a:gd name="connsiteY3" fmla="*/ 0 h 415770"/>
              <a:gd name="connsiteX4" fmla="*/ 1097756 w 1097756"/>
              <a:gd name="connsiteY4" fmla="*/ 415770 h 415770"/>
              <a:gd name="connsiteX5" fmla="*/ 1097756 w 1097756"/>
              <a:gd name="connsiteY5" fmla="*/ 415770 h 415770"/>
              <a:gd name="connsiteX6" fmla="*/ 0 w 1097756"/>
              <a:gd name="connsiteY6" fmla="*/ 415770 h 415770"/>
              <a:gd name="connsiteX7" fmla="*/ 0 w 1097756"/>
              <a:gd name="connsiteY7" fmla="*/ 415770 h 415770"/>
              <a:gd name="connsiteX8" fmla="*/ 0 w 1097756"/>
              <a:gd name="connsiteY8" fmla="*/ 0 h 415770"/>
              <a:gd name="connsiteX0" fmla="*/ 0 w 1216819"/>
              <a:gd name="connsiteY0" fmla="*/ 0 h 415770"/>
              <a:gd name="connsiteX1" fmla="*/ 0 w 1216819"/>
              <a:gd name="connsiteY1" fmla="*/ 0 h 415770"/>
              <a:gd name="connsiteX2" fmla="*/ 1097756 w 1216819"/>
              <a:gd name="connsiteY2" fmla="*/ 0 h 415770"/>
              <a:gd name="connsiteX3" fmla="*/ 1216819 w 1216819"/>
              <a:gd name="connsiteY3" fmla="*/ 0 h 415770"/>
              <a:gd name="connsiteX4" fmla="*/ 1097756 w 1216819"/>
              <a:gd name="connsiteY4" fmla="*/ 415770 h 415770"/>
              <a:gd name="connsiteX5" fmla="*/ 1097756 w 1216819"/>
              <a:gd name="connsiteY5" fmla="*/ 415770 h 415770"/>
              <a:gd name="connsiteX6" fmla="*/ 0 w 1216819"/>
              <a:gd name="connsiteY6" fmla="*/ 415770 h 415770"/>
              <a:gd name="connsiteX7" fmla="*/ 0 w 1216819"/>
              <a:gd name="connsiteY7" fmla="*/ 415770 h 415770"/>
              <a:gd name="connsiteX8" fmla="*/ 0 w 1216819"/>
              <a:gd name="connsiteY8" fmla="*/ 0 h 415770"/>
              <a:gd name="connsiteX0" fmla="*/ 0 w 1223579"/>
              <a:gd name="connsiteY0" fmla="*/ 2382 h 418152"/>
              <a:gd name="connsiteX1" fmla="*/ 0 w 1223579"/>
              <a:gd name="connsiteY1" fmla="*/ 2382 h 418152"/>
              <a:gd name="connsiteX2" fmla="*/ 1097756 w 1223579"/>
              <a:gd name="connsiteY2" fmla="*/ 2382 h 418152"/>
              <a:gd name="connsiteX3" fmla="*/ 1223579 w 1223579"/>
              <a:gd name="connsiteY3" fmla="*/ 0 h 418152"/>
              <a:gd name="connsiteX4" fmla="*/ 1097756 w 1223579"/>
              <a:gd name="connsiteY4" fmla="*/ 418152 h 418152"/>
              <a:gd name="connsiteX5" fmla="*/ 1097756 w 1223579"/>
              <a:gd name="connsiteY5" fmla="*/ 418152 h 418152"/>
              <a:gd name="connsiteX6" fmla="*/ 0 w 1223579"/>
              <a:gd name="connsiteY6" fmla="*/ 418152 h 418152"/>
              <a:gd name="connsiteX7" fmla="*/ 0 w 1223579"/>
              <a:gd name="connsiteY7" fmla="*/ 418152 h 418152"/>
              <a:gd name="connsiteX8" fmla="*/ 0 w 1223579"/>
              <a:gd name="connsiteY8" fmla="*/ 2382 h 41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579" h="418152">
                <a:moveTo>
                  <a:pt x="0" y="2382"/>
                </a:moveTo>
                <a:lnTo>
                  <a:pt x="0" y="2382"/>
                </a:lnTo>
                <a:lnTo>
                  <a:pt x="1097756" y="2382"/>
                </a:lnTo>
                <a:lnTo>
                  <a:pt x="1223579" y="0"/>
                </a:lnTo>
                <a:lnTo>
                  <a:pt x="1097756" y="418152"/>
                </a:lnTo>
                <a:lnTo>
                  <a:pt x="1097756" y="418152"/>
                </a:lnTo>
                <a:lnTo>
                  <a:pt x="0" y="418152"/>
                </a:lnTo>
                <a:lnTo>
                  <a:pt x="0" y="418152"/>
                </a:lnTo>
                <a:lnTo>
                  <a:pt x="0" y="23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A4551AE-7CF3-3216-E512-B5A06B9658B6}"/>
              </a:ext>
            </a:extLst>
          </p:cNvPr>
          <p:cNvSpPr txBox="1"/>
          <p:nvPr userDrawn="1"/>
        </p:nvSpPr>
        <p:spPr>
          <a:xfrm>
            <a:off x="335061" y="293773"/>
            <a:ext cx="894797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00"/>
              </a:lnSpc>
            </a:pPr>
            <a:r>
              <a:rPr kumimoji="1" lang="en-US" altLang="ja-JP" sz="1000" dirty="0">
                <a:solidFill>
                  <a:schemeClr val="bg1"/>
                </a:solidFill>
              </a:rPr>
              <a:t>Attached</a:t>
            </a:r>
          </a:p>
          <a:p>
            <a:pPr>
              <a:lnSpc>
                <a:spcPts val="1000"/>
              </a:lnSpc>
            </a:pPr>
            <a:r>
              <a:rPr kumimoji="1" lang="en-US" altLang="ja-JP" sz="1000" dirty="0">
                <a:solidFill>
                  <a:schemeClr val="bg1"/>
                </a:solidFill>
              </a:rPr>
              <a:t>documents</a:t>
            </a:r>
            <a:endParaRPr kumimoji="1" lang="ja-JP" altLang="en-US" sz="1000" dirty="0">
              <a:solidFill>
                <a:schemeClr val="bg1"/>
              </a:solidFill>
            </a:endParaRPr>
          </a:p>
        </p:txBody>
      </p:sp>
      <p:sp>
        <p:nvSpPr>
          <p:cNvPr id="11" name="フッター プレースホルダー 10">
            <a:extLst>
              <a:ext uri="{FF2B5EF4-FFF2-40B4-BE49-F238E27FC236}">
                <a16:creationId xmlns:a16="http://schemas.microsoft.com/office/drawing/2014/main" id="{D3502FDA-52CD-E705-6D4A-CF94E6AA1A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03040EBC-8E1A-B6D7-E13F-1A414CD227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3123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-ex-Page with diagon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C899D6C6-B048-A5E5-6C64-39BB69069B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672667" y="3921291"/>
            <a:ext cx="3471333" cy="689201"/>
          </a:xfrm>
          <a:prstGeom prst="rect">
            <a:avLst/>
          </a:prstGeom>
        </p:spPr>
        <p:txBody>
          <a:bodyPr tIns="468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GML-Global Multimedia Library.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D7402F99-7A12-4FDD-703B-420D5DE0D95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672667" y="3927795"/>
            <a:ext cx="3471333" cy="689201"/>
          </a:xfrm>
          <a:prstGeom prst="rect">
            <a:avLst/>
          </a:prstGeom>
        </p:spPr>
        <p:txBody>
          <a:bodyPr tIns="252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We recommended using images downloaded from</a:t>
            </a:r>
            <a:endParaRPr kumimoji="1" lang="ja-JP" altLang="en-US" dirty="0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D67E32E5-5ED8-AFE5-B89F-90C4378C31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72667" y="3928104"/>
            <a:ext cx="3471333" cy="689201"/>
          </a:xfrm>
          <a:prstGeom prst="rect">
            <a:avLst/>
          </a:prstGeom>
        </p:spPr>
        <p:txBody>
          <a:bodyPr tIns="36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10" name="図プレースホルダー 9">
            <a:extLst>
              <a:ext uri="{FF2B5EF4-FFF2-40B4-BE49-F238E27FC236}">
                <a16:creationId xmlns:a16="http://schemas.microsoft.com/office/drawing/2014/main" id="{D48E322A-50B6-96C9-DDE9-D45CAA42860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white">
          <a:xfrm>
            <a:off x="4707752" y="0"/>
            <a:ext cx="4437836" cy="6858000"/>
          </a:xfrm>
          <a:custGeom>
            <a:avLst/>
            <a:gdLst>
              <a:gd name="connsiteX0" fmla="*/ 0 w 4436248"/>
              <a:gd name="connsiteY0" fmla="*/ 0 h 6912769"/>
              <a:gd name="connsiteX1" fmla="*/ 4436248 w 4436248"/>
              <a:gd name="connsiteY1" fmla="*/ 0 h 6912769"/>
              <a:gd name="connsiteX2" fmla="*/ 4436248 w 4436248"/>
              <a:gd name="connsiteY2" fmla="*/ 6912769 h 6912769"/>
              <a:gd name="connsiteX3" fmla="*/ 0 w 4436248"/>
              <a:gd name="connsiteY3" fmla="*/ 6912769 h 6912769"/>
              <a:gd name="connsiteX4" fmla="*/ 0 w 4436248"/>
              <a:gd name="connsiteY4" fmla="*/ 0 h 6912769"/>
              <a:gd name="connsiteX0" fmla="*/ 2194560 w 4436248"/>
              <a:gd name="connsiteY0" fmla="*/ 0 h 6920389"/>
              <a:gd name="connsiteX1" fmla="*/ 4436248 w 4436248"/>
              <a:gd name="connsiteY1" fmla="*/ 7620 h 6920389"/>
              <a:gd name="connsiteX2" fmla="*/ 4436248 w 4436248"/>
              <a:gd name="connsiteY2" fmla="*/ 6920389 h 6920389"/>
              <a:gd name="connsiteX3" fmla="*/ 0 w 4436248"/>
              <a:gd name="connsiteY3" fmla="*/ 6920389 h 6920389"/>
              <a:gd name="connsiteX4" fmla="*/ 2194560 w 4436248"/>
              <a:gd name="connsiteY4" fmla="*/ 0 h 6920389"/>
              <a:gd name="connsiteX0" fmla="*/ 2194560 w 4437835"/>
              <a:gd name="connsiteY0" fmla="*/ 0 h 6920389"/>
              <a:gd name="connsiteX1" fmla="*/ 4437835 w 4437835"/>
              <a:gd name="connsiteY1" fmla="*/ 1212 h 6920389"/>
              <a:gd name="connsiteX2" fmla="*/ 4436248 w 4437835"/>
              <a:gd name="connsiteY2" fmla="*/ 6920389 h 6920389"/>
              <a:gd name="connsiteX3" fmla="*/ 0 w 4437835"/>
              <a:gd name="connsiteY3" fmla="*/ 6920389 h 6920389"/>
              <a:gd name="connsiteX4" fmla="*/ 2194560 w 4437835"/>
              <a:gd name="connsiteY4" fmla="*/ 0 h 6920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835" h="6920389">
                <a:moveTo>
                  <a:pt x="2194560" y="0"/>
                </a:moveTo>
                <a:lnTo>
                  <a:pt x="4437835" y="1212"/>
                </a:lnTo>
                <a:lnTo>
                  <a:pt x="4436248" y="6920389"/>
                </a:lnTo>
                <a:lnTo>
                  <a:pt x="0" y="6920389"/>
                </a:lnTo>
                <a:lnTo>
                  <a:pt x="2194560" y="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</p:spPr>
        <p:txBody>
          <a:bodyPr lIns="720000" tIns="0" rIns="0" bIns="900000" anchor="ctr"/>
          <a:lstStyle>
            <a:lvl1pPr algn="ctr">
              <a:defRPr sz="18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     </a:t>
            </a:r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13" name="テキスト プレースホルダー 8">
            <a:extLst>
              <a:ext uri="{FF2B5EF4-FFF2-40B4-BE49-F238E27FC236}">
                <a16:creationId xmlns:a16="http://schemas.microsoft.com/office/drawing/2014/main" id="{AE053C94-7CB7-556E-3868-9CF8EE491A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6683" y="1368113"/>
            <a:ext cx="5223582" cy="406713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defRPr sz="1800">
                <a:latin typeface="+mn-ea"/>
                <a:ea typeface="+mn-ea"/>
              </a:defRPr>
            </a:lvl1pPr>
            <a:lvl2pPr>
              <a:lnSpc>
                <a:spcPct val="100000"/>
              </a:lnSpc>
              <a:defRPr sz="1600">
                <a:latin typeface="+mn-ea"/>
                <a:ea typeface="+mn-ea"/>
              </a:defRPr>
            </a:lvl2pPr>
            <a:lvl3pPr>
              <a:lnSpc>
                <a:spcPct val="100000"/>
              </a:lnSpc>
              <a:defRPr sz="1400">
                <a:latin typeface="+mn-ea"/>
                <a:ea typeface="+mn-ea"/>
              </a:defRPr>
            </a:lvl3pPr>
            <a:lvl4pPr>
              <a:lnSpc>
                <a:spcPct val="100000"/>
              </a:lnSpc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4" name="タイトル 7">
            <a:extLst>
              <a:ext uri="{FF2B5EF4-FFF2-40B4-BE49-F238E27FC236}">
                <a16:creationId xmlns:a16="http://schemas.microsoft.com/office/drawing/2014/main" id="{733870EC-25D5-C165-74BA-69ADB79C2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820407"/>
            <a:ext cx="8104689" cy="41577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15" name="フッター プレースホルダー 14">
            <a:extLst>
              <a:ext uri="{FF2B5EF4-FFF2-40B4-BE49-F238E27FC236}">
                <a16:creationId xmlns:a16="http://schemas.microsoft.com/office/drawing/2014/main" id="{D5E6145F-B04D-3E54-334B-10CCC69B3139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4196D1AD-F785-11AE-308B-E62B1973CD9E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テキスト プレースホルダー 13">
            <a:extLst>
              <a:ext uri="{FF2B5EF4-FFF2-40B4-BE49-F238E27FC236}">
                <a16:creationId xmlns:a16="http://schemas.microsoft.com/office/drawing/2014/main" id="{2CC1245B-D10E-2215-08A3-527A30DCDE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839903" y="282391"/>
            <a:ext cx="953428" cy="32422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37579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-ex-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B25BD65C-2582-0ED8-28B1-390E7A071BC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0" y="2"/>
            <a:ext cx="9144000" cy="6850062"/>
          </a:xfrm>
          <a:prstGeom prst="rect">
            <a:avLst/>
          </a:prstGeom>
        </p:spPr>
        <p:txBody>
          <a:bodyPr tIns="4320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We recommended using images downloaded from GML-Global Multimedia Library.</a:t>
            </a:r>
            <a:endParaRPr kumimoji="1" lang="ja-JP" altLang="en-US" dirty="0"/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548ED420-8B7D-74BA-AA60-4F6EAA2306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tIns="4104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8" name="図プレースホルダー 5">
            <a:extLst>
              <a:ext uri="{FF2B5EF4-FFF2-40B4-BE49-F238E27FC236}">
                <a16:creationId xmlns:a16="http://schemas.microsoft.com/office/drawing/2014/main" id="{BEE9187A-4599-984C-91DA-408FDD35F44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white">
          <a:xfrm>
            <a:off x="0" y="1"/>
            <a:ext cx="9144000" cy="6857999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803C6710-6954-66B0-8B77-4E78AC34D6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5263" y="6226643"/>
            <a:ext cx="1046134" cy="59802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kumimoji="1" lang="ja-JP" altLang="en-US" dirty="0"/>
              <a:t>　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344E2F5E-754E-A4AC-0EB1-99DD3CF4FB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54931" y="6553198"/>
            <a:ext cx="1754982" cy="14461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kumimoji="1" lang="ja-JP" altLang="en-US" dirty="0"/>
              <a:t>　</a:t>
            </a:r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4E97B16F-C184-EA13-EAEC-748D57BDD8E6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D9DCD5FF-3A0F-3A88-177C-1D33CECE7314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  <p:sp>
        <p:nvSpPr>
          <p:cNvPr id="17" name="テキスト プレースホルダー 13">
            <a:extLst>
              <a:ext uri="{FF2B5EF4-FFF2-40B4-BE49-F238E27FC236}">
                <a16:creationId xmlns:a16="http://schemas.microsoft.com/office/drawing/2014/main" id="{30B24D78-92DC-3FA7-5CD2-103A5D9571C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839903" y="282391"/>
            <a:ext cx="953428" cy="3242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704654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-ex-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A1939F98-3380-BCB7-E7A0-443C6D06120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610348" y="7937"/>
            <a:ext cx="2535647" cy="6850063"/>
          </a:xfrm>
          <a:prstGeom prst="rect">
            <a:avLst/>
          </a:prstGeom>
        </p:spPr>
        <p:txBody>
          <a:bodyPr tIns="4968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GML-Global Multimedia Library.</a:t>
            </a:r>
            <a:endParaRPr kumimoji="1" lang="ja-JP" altLang="en-US" dirty="0"/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5DFBBFAB-99C5-56CC-5E6B-EDEC3708544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536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We recommended using</a:t>
            </a:r>
            <a:endParaRPr kumimoji="1" lang="ja-JP" altLang="en-US" dirty="0"/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D7ED6493-D07F-0382-0621-785B0715491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104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</a:t>
            </a:r>
            <a:endParaRPr kumimoji="1" lang="ja-JP" altLang="en-US" dirty="0"/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5BF72415-10D0-B9F7-B43A-AC3DC0D0321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320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have no copyright issues.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52635FB9-FA2F-D331-362D-E23CBA0F2D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752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images downloaded from</a:t>
            </a:r>
            <a:endParaRPr kumimoji="1" lang="ja-JP" altLang="en-US" dirty="0"/>
          </a:p>
        </p:txBody>
      </p:sp>
      <p:sp>
        <p:nvSpPr>
          <p:cNvPr id="8" name="図プレースホルダー 21">
            <a:extLst>
              <a:ext uri="{FF2B5EF4-FFF2-40B4-BE49-F238E27FC236}">
                <a16:creationId xmlns:a16="http://schemas.microsoft.com/office/drawing/2014/main" id="{8F464146-B6CF-9A03-8216-DF4457C1383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white">
          <a:xfrm>
            <a:off x="3577195" y="1"/>
            <a:ext cx="5920845" cy="6857999"/>
          </a:xfrm>
          <a:custGeom>
            <a:avLst/>
            <a:gdLst>
              <a:gd name="connsiteX0" fmla="*/ 0 w 5548312"/>
              <a:gd name="connsiteY0" fmla="*/ 0 h 6864350"/>
              <a:gd name="connsiteX1" fmla="*/ 5548312 w 5548312"/>
              <a:gd name="connsiteY1" fmla="*/ 0 h 6864350"/>
              <a:gd name="connsiteX2" fmla="*/ 5548312 w 5548312"/>
              <a:gd name="connsiteY2" fmla="*/ 6864350 h 6864350"/>
              <a:gd name="connsiteX3" fmla="*/ 0 w 5548312"/>
              <a:gd name="connsiteY3" fmla="*/ 6864350 h 6864350"/>
              <a:gd name="connsiteX4" fmla="*/ 0 w 5548312"/>
              <a:gd name="connsiteY4" fmla="*/ 0 h 6864350"/>
              <a:gd name="connsiteX0" fmla="*/ 1995487 w 5548312"/>
              <a:gd name="connsiteY0" fmla="*/ 0 h 6869113"/>
              <a:gd name="connsiteX1" fmla="*/ 5548312 w 5548312"/>
              <a:gd name="connsiteY1" fmla="*/ 4763 h 6869113"/>
              <a:gd name="connsiteX2" fmla="*/ 5548312 w 5548312"/>
              <a:gd name="connsiteY2" fmla="*/ 6869113 h 6869113"/>
              <a:gd name="connsiteX3" fmla="*/ 0 w 5548312"/>
              <a:gd name="connsiteY3" fmla="*/ 6869113 h 6869113"/>
              <a:gd name="connsiteX4" fmla="*/ 1995487 w 5548312"/>
              <a:gd name="connsiteY4" fmla="*/ 0 h 6869113"/>
              <a:gd name="connsiteX0" fmla="*/ 1657159 w 5548312"/>
              <a:gd name="connsiteY0" fmla="*/ 4381 h 6864350"/>
              <a:gd name="connsiteX1" fmla="*/ 5548312 w 5548312"/>
              <a:gd name="connsiteY1" fmla="*/ 0 h 6864350"/>
              <a:gd name="connsiteX2" fmla="*/ 5548312 w 5548312"/>
              <a:gd name="connsiteY2" fmla="*/ 6864350 h 6864350"/>
              <a:gd name="connsiteX3" fmla="*/ 0 w 5548312"/>
              <a:gd name="connsiteY3" fmla="*/ 6864350 h 6864350"/>
              <a:gd name="connsiteX4" fmla="*/ 1657159 w 5548312"/>
              <a:gd name="connsiteY4" fmla="*/ 4381 h 6864350"/>
              <a:gd name="connsiteX0" fmla="*/ 2029692 w 5920845"/>
              <a:gd name="connsiteY0" fmla="*/ 4381 h 6864350"/>
              <a:gd name="connsiteX1" fmla="*/ 5920845 w 5920845"/>
              <a:gd name="connsiteY1" fmla="*/ 0 h 6864350"/>
              <a:gd name="connsiteX2" fmla="*/ 5920845 w 5920845"/>
              <a:gd name="connsiteY2" fmla="*/ 6864350 h 6864350"/>
              <a:gd name="connsiteX3" fmla="*/ 0 w 5920845"/>
              <a:gd name="connsiteY3" fmla="*/ 6864350 h 6864350"/>
              <a:gd name="connsiteX4" fmla="*/ 2029692 w 5920845"/>
              <a:gd name="connsiteY4" fmla="*/ 4381 h 6864350"/>
              <a:gd name="connsiteX0" fmla="*/ 2025459 w 5920845"/>
              <a:gd name="connsiteY0" fmla="*/ 148 h 6864350"/>
              <a:gd name="connsiteX1" fmla="*/ 5920845 w 5920845"/>
              <a:gd name="connsiteY1" fmla="*/ 0 h 6864350"/>
              <a:gd name="connsiteX2" fmla="*/ 5920845 w 5920845"/>
              <a:gd name="connsiteY2" fmla="*/ 6864350 h 6864350"/>
              <a:gd name="connsiteX3" fmla="*/ 0 w 5920845"/>
              <a:gd name="connsiteY3" fmla="*/ 6864350 h 6864350"/>
              <a:gd name="connsiteX4" fmla="*/ 2025459 w 5920845"/>
              <a:gd name="connsiteY4" fmla="*/ 148 h 686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0845" h="6864350">
                <a:moveTo>
                  <a:pt x="2025459" y="148"/>
                </a:moveTo>
                <a:lnTo>
                  <a:pt x="5920845" y="0"/>
                </a:lnTo>
                <a:lnTo>
                  <a:pt x="5920845" y="6864350"/>
                </a:lnTo>
                <a:lnTo>
                  <a:pt x="0" y="6864350"/>
                </a:lnTo>
                <a:lnTo>
                  <a:pt x="2025459" y="148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</p:spPr>
        <p:txBody>
          <a:bodyPr lIns="2520000" tIns="0" rIns="0" bIns="0" anchor="ctr"/>
          <a:lstStyle>
            <a:lvl1pPr algn="ctr"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←</a:t>
            </a:r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F116DF36-2E0A-AD3D-C268-80C95C294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661035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828000" tIns="360000" rIns="360000" bIns="360000" anchor="ctr" anchorCtr="0"/>
          <a:lstStyle>
            <a:lvl1pPr>
              <a:lnSpc>
                <a:spcPct val="100000"/>
              </a:lnSpc>
              <a:defRPr sz="3000" b="0" i="1" spc="0">
                <a:solidFill>
                  <a:schemeClr val="bg2"/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kumimoji="1" lang="en-US" altLang="ja-JP" dirty="0"/>
              <a:t>Enter the closing message.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CE97261D-04BD-E2C0-1B09-6A986C99106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5263" y="6226643"/>
            <a:ext cx="1046134" cy="59802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　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610B77F4-8C4D-1AC7-FA18-584EB6E0D4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54932" y="6552556"/>
            <a:ext cx="1507332" cy="14287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　</a:t>
            </a:r>
          </a:p>
        </p:txBody>
      </p:sp>
      <p:sp>
        <p:nvSpPr>
          <p:cNvPr id="18" name="フッター プレースホルダー 17">
            <a:extLst>
              <a:ext uri="{FF2B5EF4-FFF2-40B4-BE49-F238E27FC236}">
                <a16:creationId xmlns:a16="http://schemas.microsoft.com/office/drawing/2014/main" id="{315F4B5D-4E41-22E5-B089-B7A1B6597D1B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2" name="スライド番号プレースホルダー 21">
            <a:extLst>
              <a:ext uri="{FF2B5EF4-FFF2-40B4-BE49-F238E27FC236}">
                <a16:creationId xmlns:a16="http://schemas.microsoft.com/office/drawing/2014/main" id="{AB94577E-6A7C-FACC-AB1D-22C80CF6720B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  <p:sp>
        <p:nvSpPr>
          <p:cNvPr id="3" name="テキスト プレースホルダー 13">
            <a:extLst>
              <a:ext uri="{FF2B5EF4-FFF2-40B4-BE49-F238E27FC236}">
                <a16:creationId xmlns:a16="http://schemas.microsoft.com/office/drawing/2014/main" id="{E6DB80B4-CBA5-10F9-A3CB-90A92606450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839903" y="282391"/>
            <a:ext cx="953428" cy="32422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335608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-ex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6215DDF-8DFD-BD18-D048-71E1E9A041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63850" y="2820025"/>
            <a:ext cx="3440110" cy="131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354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Cover: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BF238E5-7A1F-6BC7-3195-BE826A2F6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3470372-38AF-DFEA-E798-F3A794116A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161" y="616744"/>
            <a:ext cx="2199866" cy="838676"/>
          </a:xfrm>
          <a:prstGeom prst="rect">
            <a:avLst/>
          </a:prstGeom>
        </p:spPr>
      </p:pic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50E58427-25E2-D73A-D78E-73A4E583D0D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0326" y="1984232"/>
            <a:ext cx="6296243" cy="2306880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5000"/>
              </a:lnSpc>
              <a:defRPr sz="30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up to 3 lines of title.</a:t>
            </a:r>
            <a:r>
              <a:rPr kumimoji="1" lang="ja-JP" altLang="en-US" dirty="0"/>
              <a:t>　　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50170CEE-8287-6C25-9E90-42B66B801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096" y="5248445"/>
            <a:ext cx="3789982" cy="39417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00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Presenter Name</a:t>
            </a:r>
            <a:r>
              <a:rPr kumimoji="1" lang="ja-JP" altLang="en-US" dirty="0"/>
              <a:t>　　</a:t>
            </a:r>
          </a:p>
        </p:txBody>
      </p:sp>
      <p:sp>
        <p:nvSpPr>
          <p:cNvPr id="9" name="図プレースホルダー 12">
            <a:extLst>
              <a:ext uri="{FF2B5EF4-FFF2-40B4-BE49-F238E27FC236}">
                <a16:creationId xmlns:a16="http://schemas.microsoft.com/office/drawing/2014/main" id="{326A4007-9546-3C3D-11C6-70418A4481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77871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0" name="図プレースホルダー 12">
            <a:extLst>
              <a:ext uri="{FF2B5EF4-FFF2-40B4-BE49-F238E27FC236}">
                <a16:creationId xmlns:a16="http://schemas.microsoft.com/office/drawing/2014/main" id="{B2D26B46-59DE-02D2-5069-41D6BFCFD2A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85358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1" name="図プレースホルダー 12">
            <a:extLst>
              <a:ext uri="{FF2B5EF4-FFF2-40B4-BE49-F238E27FC236}">
                <a16:creationId xmlns:a16="http://schemas.microsoft.com/office/drawing/2014/main" id="{90654658-4DA7-7CEC-FA42-0398C9A56C5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177871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2" name="図プレースホルダー 12">
            <a:extLst>
              <a:ext uri="{FF2B5EF4-FFF2-40B4-BE49-F238E27FC236}">
                <a16:creationId xmlns:a16="http://schemas.microsoft.com/office/drawing/2014/main" id="{99CA08C1-BB4F-2E00-4DB3-A9DF08680EA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585358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4" name="図プレースホルダー 12">
            <a:extLst>
              <a:ext uri="{FF2B5EF4-FFF2-40B4-BE49-F238E27FC236}">
                <a16:creationId xmlns:a16="http://schemas.microsoft.com/office/drawing/2014/main" id="{345C96D0-9924-C4F2-39F9-4AFE2615530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70384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5" name="図プレースホルダー 12">
            <a:extLst>
              <a:ext uri="{FF2B5EF4-FFF2-40B4-BE49-F238E27FC236}">
                <a16:creationId xmlns:a16="http://schemas.microsoft.com/office/drawing/2014/main" id="{3A5D963F-2764-314D-0D39-340FB974474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0384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6" name="図プレースホルダー 12">
            <a:extLst>
              <a:ext uri="{FF2B5EF4-FFF2-40B4-BE49-F238E27FC236}">
                <a16:creationId xmlns:a16="http://schemas.microsoft.com/office/drawing/2014/main" id="{27E3DB8D-E21C-8623-9CD3-A748FC040A6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177871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7" name="図プレースホルダー 12">
            <a:extLst>
              <a:ext uri="{FF2B5EF4-FFF2-40B4-BE49-F238E27FC236}">
                <a16:creationId xmlns:a16="http://schemas.microsoft.com/office/drawing/2014/main" id="{BDBD253A-F985-0CD1-D959-CE32B41FD02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85358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8" name="図プレースホルダー 12">
            <a:extLst>
              <a:ext uri="{FF2B5EF4-FFF2-40B4-BE49-F238E27FC236}">
                <a16:creationId xmlns:a16="http://schemas.microsoft.com/office/drawing/2014/main" id="{23C59B46-E5B6-A930-9B93-8FBDB29A1BF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70384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9" name="図プレースホルダー 12">
            <a:extLst>
              <a:ext uri="{FF2B5EF4-FFF2-40B4-BE49-F238E27FC236}">
                <a16:creationId xmlns:a16="http://schemas.microsoft.com/office/drawing/2014/main" id="{771DFE33-793C-20B6-FD1E-8F8C6340D44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362897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0" name="図プレースホルダー 12">
            <a:extLst>
              <a:ext uri="{FF2B5EF4-FFF2-40B4-BE49-F238E27FC236}">
                <a16:creationId xmlns:a16="http://schemas.microsoft.com/office/drawing/2014/main" id="{C40483A6-A39D-2DA7-26C5-08F72E44BC5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362897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1" name="図プレースホルダー 12">
            <a:extLst>
              <a:ext uri="{FF2B5EF4-FFF2-40B4-BE49-F238E27FC236}">
                <a16:creationId xmlns:a16="http://schemas.microsoft.com/office/drawing/2014/main" id="{45B14A67-9879-C078-E02C-D4DBC6CD8489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4362897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2" name="テキスト プレースホルダー 14">
            <a:extLst>
              <a:ext uri="{FF2B5EF4-FFF2-40B4-BE49-F238E27FC236}">
                <a16:creationId xmlns:a16="http://schemas.microsoft.com/office/drawing/2014/main" id="{194DAA68-3FF0-2086-5678-B4B722E5ED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1975" y="4978703"/>
            <a:ext cx="3764715" cy="269742"/>
          </a:xfrm>
          <a:prstGeom prst="rect">
            <a:avLst/>
          </a:prstGeom>
        </p:spPr>
        <p:txBody>
          <a:bodyPr/>
          <a:lstStyle>
            <a:lvl1pPr>
              <a:defRPr lang="ja-JP" altLang="en-US" sz="1600" dirty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00/****/2023</a:t>
            </a:r>
            <a:endParaRPr kumimoji="1" lang="ja-JP" altLang="en-US" dirty="0"/>
          </a:p>
        </p:txBody>
      </p:sp>
      <p:sp>
        <p:nvSpPr>
          <p:cNvPr id="24" name="テキスト プレースホルダー 7">
            <a:extLst>
              <a:ext uri="{FF2B5EF4-FFF2-40B4-BE49-F238E27FC236}">
                <a16:creationId xmlns:a16="http://schemas.microsoft.com/office/drawing/2014/main" id="{8249666F-8660-0DF7-2912-58B7547F0C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096" y="5659032"/>
            <a:ext cx="3789982" cy="6453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00"/>
              </a:lnSpc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up to 3 lines of department name.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7EAC4BB-54A9-B70D-2C56-23BF09344C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771" y="295988"/>
            <a:ext cx="755743" cy="2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75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3">
            <a:extLst>
              <a:ext uri="{FF2B5EF4-FFF2-40B4-BE49-F238E27FC236}">
                <a16:creationId xmlns:a16="http://schemas.microsoft.com/office/drawing/2014/main" id="{553521CD-BAF1-9E4B-9151-0D25ABD08A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94924" y="1720413"/>
            <a:ext cx="7449076" cy="4391380"/>
          </a:xfrm>
          <a:prstGeom prst="rect">
            <a:avLst/>
          </a:prstGeom>
        </p:spPr>
        <p:txBody>
          <a:bodyPr/>
          <a:lstStyle>
            <a:lvl1pPr marL="457200" indent="-457200" fontAlgn="b">
              <a:lnSpc>
                <a:spcPct val="114000"/>
              </a:lnSpc>
              <a:buSzPct val="85000"/>
              <a:buFont typeface="+mj-lt"/>
              <a:buAutoNum type="arabicPeriod"/>
              <a:defRPr sz="2500">
                <a:latin typeface="+mn-ea"/>
                <a:ea typeface="+mn-ea"/>
              </a:defRPr>
            </a:lvl1pPr>
            <a:lvl2pPr marL="8001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800">
                <a:latin typeface="+mn-ea"/>
                <a:ea typeface="+mn-ea"/>
              </a:defRPr>
            </a:lvl2pPr>
            <a:lvl3pPr marL="12573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800">
                <a:latin typeface="+mn-ea"/>
                <a:ea typeface="+mn-ea"/>
              </a:defRPr>
            </a:lvl3pPr>
            <a:lvl4pPr marL="17145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>
                <a:latin typeface="+mn-ea"/>
                <a:ea typeface="+mn-ea"/>
              </a:defRPr>
            </a:lvl4pPr>
            <a:lvl5pPr marL="21717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kumimoji="1" lang="en-US" altLang="ja-JP" dirty="0"/>
              <a:t>Title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A6B75A8C-2E65-0A4F-08FE-710ABC06E6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955" y="523797"/>
            <a:ext cx="8512045" cy="1171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Agenda(Please enter)</a:t>
            </a:r>
            <a:endParaRPr kumimoji="1" lang="ja-JP" altLang="en-US" dirty="0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E6F834C4-1E97-1FC7-9C23-36439E576F6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5E9AEBCD-6625-C393-C859-C7A9F627939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5134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76F4252D-293E-3885-E054-43E74FF0B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0040" y="2557428"/>
            <a:ext cx="7459748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title</a:t>
            </a:r>
            <a:endParaRPr kumimoji="1" lang="ja-JP" altLang="en-US" dirty="0"/>
          </a:p>
        </p:txBody>
      </p:sp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3B7ED3F7-46E5-A96B-5728-B015E08610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0040" y="3227437"/>
            <a:ext cx="7459749" cy="609600"/>
          </a:xfrm>
          <a:prstGeom prst="rect">
            <a:avLst/>
          </a:prstGeom>
        </p:spPr>
        <p:txBody>
          <a:bodyPr l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7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Subtitle</a:t>
            </a:r>
            <a:endParaRPr kumimoji="1" lang="ja-JP" altLang="en-US" dirty="0"/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06E50C6F-CCD5-65C4-01E9-5B44F4BE76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5074" y="278224"/>
            <a:ext cx="3181670" cy="1976765"/>
          </a:xfrm>
          <a:prstGeom prst="rect">
            <a:avLst/>
          </a:prstGeom>
        </p:spPr>
        <p:txBody>
          <a:bodyPr/>
          <a:lstStyle>
            <a:lvl1pPr>
              <a:defRPr sz="155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22D380F-079A-0126-6F90-48784711BFF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EE97D5AC-5616-BABB-BB66-5859879B745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2122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 dirty="0"/>
              <a:t>Title</a:t>
            </a:r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BFA621-04E3-624E-0FA4-57595AE19F6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48A4A2-319E-97EE-529D-6E7010D72ED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5817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nf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34199559-57A3-E887-3213-77F9FABF7E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DCCE54CC-4371-689D-D417-141573C3BEE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 bwMode="white">
          <a:xfrm>
            <a:off x="2" y="6200776"/>
            <a:ext cx="8017312" cy="657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90458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D1DF6D64-D7C5-E003-8C24-77C2748E38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44840B-B286-86BF-FC28-E428BCEA0C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9613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Standard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5742793"/>
            <a:ext cx="9144001" cy="456628"/>
          </a:xfrm>
          <a:prstGeom prst="rect">
            <a:avLst/>
          </a:prstGeom>
        </p:spPr>
        <p:txBody>
          <a:bodyPr tIns="0" bIns="36000" anchor="b"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タイトル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2E8DEF0-36A1-BAC1-C3F7-94CC7C2C43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1D53FD1-B037-7EBF-A577-A071D030C6A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5981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Standard + Summary(Hig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729710"/>
            <a:ext cx="9144000" cy="456628"/>
          </a:xfrm>
          <a:prstGeom prst="rect">
            <a:avLst/>
          </a:prstGeom>
        </p:spPr>
        <p:txBody>
          <a:bodyPr tIns="72000" bIns="0" anchor="t"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コンテンツ プレースホルダー 24"/>
          <p:cNvSpPr>
            <a:spLocks noGrp="1"/>
          </p:cNvSpPr>
          <p:nvPr>
            <p:ph sz="quarter" idx="19" hasCustomPrompt="1"/>
          </p:nvPr>
        </p:nvSpPr>
        <p:spPr>
          <a:xfrm>
            <a:off x="1" y="1211860"/>
            <a:ext cx="9143999" cy="4988915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AD720457-9859-7756-ADBD-FD967F9433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06F5A0D4-A612-83F9-97AF-2A2C4BE1BC4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3389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1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9"/>
          <p:cNvSpPr>
            <a:spLocks noGrp="1"/>
          </p:cNvSpPr>
          <p:nvPr>
            <p:ph type="body" sz="quarter" idx="50" hasCustomPrompt="1"/>
          </p:nvPr>
        </p:nvSpPr>
        <p:spPr>
          <a:xfrm>
            <a:off x="684213" y="1243529"/>
            <a:ext cx="7775575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5" name="図プレースホルダー 6"/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684213" y="1243529"/>
            <a:ext cx="7775575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757262"/>
            <a:ext cx="9143999" cy="4454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タイトル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D1A942A-130D-3BB9-C5F4-8AE1C76EB8D5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700C6018-1EE7-1198-E95C-259EFF441831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9014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2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9"/>
          <p:cNvSpPr>
            <a:spLocks noGrp="1"/>
          </p:cNvSpPr>
          <p:nvPr>
            <p:ph type="body" sz="quarter" idx="50" hasCustomPrompt="1"/>
          </p:nvPr>
        </p:nvSpPr>
        <p:spPr>
          <a:xfrm>
            <a:off x="4647652" y="1243529"/>
            <a:ext cx="3812136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11" name="テキスト プレースホルダー 9"/>
          <p:cNvSpPr>
            <a:spLocks noGrp="1"/>
          </p:cNvSpPr>
          <p:nvPr>
            <p:ph type="body" sz="quarter" idx="51" hasCustomPrompt="1"/>
          </p:nvPr>
        </p:nvSpPr>
        <p:spPr>
          <a:xfrm>
            <a:off x="684212" y="1243529"/>
            <a:ext cx="3815427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6" name="図プレースホルダー 6"/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684213" y="1243529"/>
            <a:ext cx="3815426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757262"/>
            <a:ext cx="9143999" cy="445407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20" hasCustomPrompt="1"/>
          </p:nvPr>
        </p:nvSpPr>
        <p:spPr bwMode="white">
          <a:xfrm>
            <a:off x="4647652" y="1243529"/>
            <a:ext cx="3812136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57091E8-6094-FADD-DC93-0A74E8EDA7C5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B107D96-C045-FCE3-DEA6-E73C8518A4B0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8613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Content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テキスト プレースホルダー 8">
            <a:extLst>
              <a:ext uri="{FF2B5EF4-FFF2-40B4-BE49-F238E27FC236}">
                <a16:creationId xmlns:a16="http://schemas.microsoft.com/office/drawing/2014/main" id="{7999A9D5-DDCC-B051-3B6D-D74FE79158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1" y="3928350"/>
            <a:ext cx="4808538" cy="206312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2" name="コンテンツ プレースホルダー 14">
            <a:extLst>
              <a:ext uri="{FF2B5EF4-FFF2-40B4-BE49-F238E27FC236}">
                <a16:creationId xmlns:a16="http://schemas.microsoft.com/office/drawing/2014/main" id="{ED5A15B0-C55D-C5C3-D051-08EC8CB3B6A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8"/>
            <a:ext cx="3446461" cy="243547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3" name="コンテンツ プレースホルダー 14">
            <a:extLst>
              <a:ext uri="{FF2B5EF4-FFF2-40B4-BE49-F238E27FC236}">
                <a16:creationId xmlns:a16="http://schemas.microsoft.com/office/drawing/2014/main" id="{DF6E1D53-D9BC-86E3-391C-C7C5287E250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84213" y="3556005"/>
            <a:ext cx="3446461" cy="243547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FB4BD1C4-3825-F262-45D0-89C92FC63A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DF75E127-0ABA-8126-0E01-4D053EC5DB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5462" y="3556005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 marL="0" indent="0">
              <a:buFont typeface="Arial" panose="020B0604020202020204" pitchFamily="34" charset="0"/>
              <a:buNone/>
              <a:defRPr sz="2200" b="1"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</a:t>
            </a:r>
            <a:endParaRPr kumimoji="1" lang="en-US" altLang="ja-JP" dirty="0"/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BA7F3928-1A1B-9B0A-9B18-2379994EF8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3"/>
            <a:ext cx="4808538" cy="206312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フッター プレースホルダー 16">
            <a:extLst>
              <a:ext uri="{FF2B5EF4-FFF2-40B4-BE49-F238E27FC236}">
                <a16:creationId xmlns:a16="http://schemas.microsoft.com/office/drawing/2014/main" id="{4105850F-7E0C-3480-5B3F-F67F09C4FB15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9469767E-4471-85A5-1CA4-ACFB7BD249C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2948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Content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D004BB4B-435D-DBCD-8544-C44ED6B97BE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9"/>
            <a:ext cx="3446461" cy="2280660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8CEA16FA-907B-B9D2-BE01-9DA7E74795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F18C4849-9835-8D00-CAAB-2966B723884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4"/>
            <a:ext cx="4808538" cy="190711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6" name="テキスト プレースホルダー 5">
            <a:extLst>
              <a:ext uri="{FF2B5EF4-FFF2-40B4-BE49-F238E27FC236}">
                <a16:creationId xmlns:a16="http://schemas.microsoft.com/office/drawing/2014/main" id="{BCE41E51-4B77-4CCD-0BA5-C51137BBC9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50891"/>
            <a:ext cx="9144000" cy="456628"/>
          </a:xfrm>
          <a:prstGeom prst="rect">
            <a:avLst/>
          </a:prstGeom>
        </p:spPr>
        <p:txBody>
          <a:bodyPr tIns="0" bIns="3600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7" name="コンテンツ プレースホルダー 14">
            <a:extLst>
              <a:ext uri="{FF2B5EF4-FFF2-40B4-BE49-F238E27FC236}">
                <a16:creationId xmlns:a16="http://schemas.microsoft.com/office/drawing/2014/main" id="{6CDF51AF-82C6-A819-0983-5FB31266BA4D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84213" y="3408589"/>
            <a:ext cx="3454797" cy="2280660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8" name="テキスト プレースホルダー 11">
            <a:extLst>
              <a:ext uri="{FF2B5EF4-FFF2-40B4-BE49-F238E27FC236}">
                <a16:creationId xmlns:a16="http://schemas.microsoft.com/office/drawing/2014/main" id="{D6723A95-FD9D-4FDE-8BC1-8ED18BDD86B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2" y="3408318"/>
            <a:ext cx="4808539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9" name="テキスト プレースホルダー 8">
            <a:extLst>
              <a:ext uri="{FF2B5EF4-FFF2-40B4-BE49-F238E27FC236}">
                <a16:creationId xmlns:a16="http://schemas.microsoft.com/office/drawing/2014/main" id="{A9A3FE4F-2D87-7E60-7464-6CE34E428A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5462" y="3782134"/>
            <a:ext cx="4808537" cy="190711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0" name="フッター プレースホルダー 19">
            <a:extLst>
              <a:ext uri="{FF2B5EF4-FFF2-40B4-BE49-F238E27FC236}">
                <a16:creationId xmlns:a16="http://schemas.microsoft.com/office/drawing/2014/main" id="{3220C094-AA69-17B6-68EC-258F758AAE1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2C75D8F3-7A4C-42DC-B8F6-6B7525FE3EC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5752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Content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FCEC20EF-C592-95D2-FA77-19632E095858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8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6" name="テキスト プレースホルダー 11">
            <a:extLst>
              <a:ext uri="{FF2B5EF4-FFF2-40B4-BE49-F238E27FC236}">
                <a16:creationId xmlns:a16="http://schemas.microsoft.com/office/drawing/2014/main" id="{7DCE7F8B-DA60-A014-3FAC-83BC6CB82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4" name="テキスト プレースホルダー 8">
            <a:extLst>
              <a:ext uri="{FF2B5EF4-FFF2-40B4-BE49-F238E27FC236}">
                <a16:creationId xmlns:a16="http://schemas.microsoft.com/office/drawing/2014/main" id="{1AA56331-C6A5-BFA3-A550-83EC8CBC65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4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A94A44B8-06F0-BED8-6EF9-252DA19D911E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84213" y="2704503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6" name="テキスト プレースホルダー 11">
            <a:extLst>
              <a:ext uri="{FF2B5EF4-FFF2-40B4-BE49-F238E27FC236}">
                <a16:creationId xmlns:a16="http://schemas.microsoft.com/office/drawing/2014/main" id="{2F9153A7-2E05-009D-A2F3-E5E133FF1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35462" y="2704233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9" name="コンテンツ プレースホルダー 14">
            <a:extLst>
              <a:ext uri="{FF2B5EF4-FFF2-40B4-BE49-F238E27FC236}">
                <a16:creationId xmlns:a16="http://schemas.microsoft.com/office/drawing/2014/main" id="{0775D449-E802-7114-63C8-1F4C1D170CD5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84213" y="4477788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20" name="テキスト プレースホルダー 11">
            <a:extLst>
              <a:ext uri="{FF2B5EF4-FFF2-40B4-BE49-F238E27FC236}">
                <a16:creationId xmlns:a16="http://schemas.microsoft.com/office/drawing/2014/main" id="{BE354A15-3C11-6A81-2443-F52B20411FA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35462" y="447751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1" name="テキスト プレースホルダー 8">
            <a:extLst>
              <a:ext uri="{FF2B5EF4-FFF2-40B4-BE49-F238E27FC236}">
                <a16:creationId xmlns:a16="http://schemas.microsoft.com/office/drawing/2014/main" id="{84F7F02C-47A7-6D19-EFB9-B9467C42E3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35462" y="3078049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2" name="テキスト プレースホルダー 8">
            <a:extLst>
              <a:ext uri="{FF2B5EF4-FFF2-40B4-BE49-F238E27FC236}">
                <a16:creationId xmlns:a16="http://schemas.microsoft.com/office/drawing/2014/main" id="{D7442759-D75B-8859-33D4-034350B4030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462" y="4853301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3" name="フッター プレースホルダー 22">
            <a:extLst>
              <a:ext uri="{FF2B5EF4-FFF2-40B4-BE49-F238E27FC236}">
                <a16:creationId xmlns:a16="http://schemas.microsoft.com/office/drawing/2014/main" id="{1F8D16F5-CCAC-42DD-84E2-30C73ED81C27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4" name="スライド番号プレースホルダー 23">
            <a:extLst>
              <a:ext uri="{FF2B5EF4-FFF2-40B4-BE49-F238E27FC236}">
                <a16:creationId xmlns:a16="http://schemas.microsoft.com/office/drawing/2014/main" id="{5280EFB6-5B03-722F-E469-A42905A09907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5226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Content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60B9478B-A6EF-C105-4549-4538CF4A965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9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D2A8013B-A5FF-233C-EB19-BC883AE265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905DF3AF-E347-8351-7ECC-F1C8065138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5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テキスト プレースホルダー 5">
            <a:extLst>
              <a:ext uri="{FF2B5EF4-FFF2-40B4-BE49-F238E27FC236}">
                <a16:creationId xmlns:a16="http://schemas.microsoft.com/office/drawing/2014/main" id="{42216985-07B6-35CC-6143-0DC9732FA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50891"/>
            <a:ext cx="9143999" cy="449884"/>
          </a:xfrm>
          <a:prstGeom prst="rect">
            <a:avLst/>
          </a:prstGeom>
        </p:spPr>
        <p:txBody>
          <a:bodyPr tIns="0" bIns="3600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8" name="コンテンツ プレースホルダー 14">
            <a:extLst>
              <a:ext uri="{FF2B5EF4-FFF2-40B4-BE49-F238E27FC236}">
                <a16:creationId xmlns:a16="http://schemas.microsoft.com/office/drawing/2014/main" id="{36A756BC-FFBC-2265-B169-9FF304D2C04E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84213" y="2544175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9" name="テキスト プレースホルダー 11">
            <a:extLst>
              <a:ext uri="{FF2B5EF4-FFF2-40B4-BE49-F238E27FC236}">
                <a16:creationId xmlns:a16="http://schemas.microsoft.com/office/drawing/2014/main" id="{094AF192-1264-297F-5223-C786E84AE56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2" y="2543904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0" name="テキスト プレースホルダー 8">
            <a:extLst>
              <a:ext uri="{FF2B5EF4-FFF2-40B4-BE49-F238E27FC236}">
                <a16:creationId xmlns:a16="http://schemas.microsoft.com/office/drawing/2014/main" id="{60E15198-E6C0-F198-4D7C-73552DB95F5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5462" y="2917721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3" name="コンテンツ プレースホルダー 14">
            <a:extLst>
              <a:ext uri="{FF2B5EF4-FFF2-40B4-BE49-F238E27FC236}">
                <a16:creationId xmlns:a16="http://schemas.microsoft.com/office/drawing/2014/main" id="{BFEF3749-8952-A563-B0D0-BE163957A73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84213" y="4151567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24" name="テキスト プレースホルダー 11">
            <a:extLst>
              <a:ext uri="{FF2B5EF4-FFF2-40B4-BE49-F238E27FC236}">
                <a16:creationId xmlns:a16="http://schemas.microsoft.com/office/drawing/2014/main" id="{563EC686-1E64-27ED-00F4-77F3BE1D4F3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35462" y="4151296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5" name="テキスト プレースホルダー 8">
            <a:extLst>
              <a:ext uri="{FF2B5EF4-FFF2-40B4-BE49-F238E27FC236}">
                <a16:creationId xmlns:a16="http://schemas.microsoft.com/office/drawing/2014/main" id="{D77694B3-6598-4747-9AC1-4552154992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35462" y="4525113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6" name="フッター プレースホルダー 25">
            <a:extLst>
              <a:ext uri="{FF2B5EF4-FFF2-40B4-BE49-F238E27FC236}">
                <a16:creationId xmlns:a16="http://schemas.microsoft.com/office/drawing/2014/main" id="{AF11E7A3-7C2F-2127-62A0-715310DB247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7" name="スライド番号プレースホルダー 26">
            <a:extLst>
              <a:ext uri="{FF2B5EF4-FFF2-40B4-BE49-F238E27FC236}">
                <a16:creationId xmlns:a16="http://schemas.microsoft.com/office/drawing/2014/main" id="{B89CB1EB-FCBF-ECBC-D6F9-DFCADE91F28C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4327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Content p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4AB17657-56A7-135F-43B5-BA0D739E76E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1235268"/>
            <a:ext cx="3484760" cy="2687699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3" name="テキスト プレースホルダー 16">
            <a:extLst>
              <a:ext uri="{FF2B5EF4-FFF2-40B4-BE49-F238E27FC236}">
                <a16:creationId xmlns:a16="http://schemas.microsoft.com/office/drawing/2014/main" id="{050DE575-ED2D-2D7B-D2F7-5868A8DB53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844510"/>
            <a:ext cx="4579619" cy="324039"/>
          </a:xfrm>
          <a:prstGeom prst="rect">
            <a:avLst/>
          </a:prstGeom>
        </p:spPr>
        <p:txBody>
          <a:bodyPr lIns="720000" tIns="0" rIns="360000" bIns="0"/>
          <a:lstStyle>
            <a:lvl1pPr algn="l">
              <a:defRPr sz="2200" b="1">
                <a:latin typeface="+mj-ea"/>
                <a:ea typeface="+mj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4" name="テキスト プレースホルダー 16">
            <a:extLst>
              <a:ext uri="{FF2B5EF4-FFF2-40B4-BE49-F238E27FC236}">
                <a16:creationId xmlns:a16="http://schemas.microsoft.com/office/drawing/2014/main" id="{7F2CE03F-4461-5DF6-42E6-01505141CD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9619" y="844510"/>
            <a:ext cx="4564381" cy="324039"/>
          </a:xfrm>
          <a:prstGeom prst="rect">
            <a:avLst/>
          </a:prstGeom>
        </p:spPr>
        <p:txBody>
          <a:bodyPr lIns="396000" tIns="0" rIns="720000" bIns="0"/>
          <a:lstStyle>
            <a:lvl1pPr algn="l">
              <a:defRPr sz="2200" b="1">
                <a:latin typeface="+mj-ea"/>
                <a:ea typeface="+mj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2C95B20C-0443-C950-91C3-B23B58440B6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987925" y="1235268"/>
            <a:ext cx="3471863" cy="2687699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F43C0076-29D5-283C-82C8-033A8C31D8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4026912"/>
            <a:ext cx="4579619" cy="1580982"/>
          </a:xfrm>
          <a:prstGeom prst="rect">
            <a:avLst/>
          </a:prstGeom>
        </p:spPr>
        <p:txBody>
          <a:bodyPr lIns="720000" tIns="0" rIns="36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テキスト プレースホルダー 8">
            <a:extLst>
              <a:ext uri="{FF2B5EF4-FFF2-40B4-BE49-F238E27FC236}">
                <a16:creationId xmlns:a16="http://schemas.microsoft.com/office/drawing/2014/main" id="{B29C1848-167B-2912-7187-2BBF0AE60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9619" y="4026912"/>
            <a:ext cx="4564381" cy="1580982"/>
          </a:xfrm>
          <a:prstGeom prst="rect">
            <a:avLst/>
          </a:prstGeom>
        </p:spPr>
        <p:txBody>
          <a:bodyPr lIns="39600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8" name="テキスト プレースホルダー 5">
            <a:extLst>
              <a:ext uri="{FF2B5EF4-FFF2-40B4-BE49-F238E27FC236}">
                <a16:creationId xmlns:a16="http://schemas.microsoft.com/office/drawing/2014/main" id="{246B1F88-539D-0175-DB25-3E23353F90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689453"/>
            <a:ext cx="9144000" cy="445407"/>
          </a:xfrm>
          <a:prstGeom prst="rect">
            <a:avLst/>
          </a:prstGeom>
        </p:spPr>
        <p:txBody>
          <a:bodyPr lIns="720000" tIns="0" rIns="720000" bIns="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9" name="フッター プレースホルダー 18">
            <a:extLst>
              <a:ext uri="{FF2B5EF4-FFF2-40B4-BE49-F238E27FC236}">
                <a16:creationId xmlns:a16="http://schemas.microsoft.com/office/drawing/2014/main" id="{587C41FE-FD9A-D97D-91E2-BA7D43E99B5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D99DCCFB-DCAB-7ABC-3DE3-8B82185E424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82198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-ex-Attached documents:Cover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ED57D9-B590-6A49-E1C0-D2531708AFAB}"/>
              </a:ext>
            </a:extLst>
          </p:cNvPr>
          <p:cNvSpPr txBox="1"/>
          <p:nvPr userDrawn="1"/>
        </p:nvSpPr>
        <p:spPr>
          <a:xfrm>
            <a:off x="979409" y="2811596"/>
            <a:ext cx="48814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0" dirty="0">
                <a:solidFill>
                  <a:schemeClr val="bg1"/>
                </a:solidFill>
                <a:latin typeface="+mn-ea"/>
                <a:ea typeface="+mn-ea"/>
              </a:rPr>
              <a:t>Attached documents</a:t>
            </a:r>
            <a:endParaRPr lang="ja-JP" altLang="en-US" sz="40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C41D31F-FF70-73B0-4623-026B596F0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46" y="6230012"/>
            <a:ext cx="1040415" cy="592385"/>
          </a:xfrm>
          <a:prstGeom prst="rect">
            <a:avLst/>
          </a:prstGeom>
        </p:spPr>
      </p:pic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1406B904-44EA-5640-2BF5-67DDC2861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017313" y="6332076"/>
            <a:ext cx="78501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  <p:sp>
        <p:nvSpPr>
          <p:cNvPr id="7" name="フッター プレースホルダー 5">
            <a:extLst>
              <a:ext uri="{FF2B5EF4-FFF2-40B4-BE49-F238E27FC236}">
                <a16:creationId xmlns:a16="http://schemas.microsoft.com/office/drawing/2014/main" id="{CCD7E202-73A7-831B-F9A9-D95AB09408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06648" y="6269161"/>
            <a:ext cx="4623616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E1613AC-2B25-D755-316A-E26AB5192CE9}"/>
              </a:ext>
            </a:extLst>
          </p:cNvPr>
          <p:cNvSpPr txBox="1"/>
          <p:nvPr userDrawn="1"/>
        </p:nvSpPr>
        <p:spPr>
          <a:xfrm>
            <a:off x="1305878" y="6525605"/>
            <a:ext cx="1624163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 dirty="0">
                <a:solidFill>
                  <a:srgbClr val="FFFFFF"/>
                </a:solidFill>
                <a:latin typeface="+mn-ea"/>
                <a:ea typeface="+mn-ea"/>
              </a:rPr>
              <a:t>© DENSO CORPORATION</a:t>
            </a:r>
            <a:r>
              <a:rPr kumimoji="1" lang="en-US" altLang="ja-JP" sz="550" spc="0" baseline="0" dirty="0">
                <a:solidFill>
                  <a:srgbClr val="FFFFFF"/>
                </a:solidFill>
                <a:latin typeface="+mn-ea"/>
                <a:ea typeface="+mn-ea"/>
              </a:rPr>
              <a:t> All Rights Reserved.</a:t>
            </a:r>
            <a:endParaRPr kumimoji="1" lang="ja-JP" altLang="en-US" sz="550" spc="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9B7AFE7-C4B1-7146-1402-E97A28F8A0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896" y="296070"/>
            <a:ext cx="755740" cy="29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290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Attached docu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0" y="708846"/>
            <a:ext cx="9144001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544F79C2-E98D-0E04-70BE-3EB9FDADD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986" y="254791"/>
            <a:ext cx="6858916" cy="41577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6" name="角丸四角形 6">
            <a:extLst>
              <a:ext uri="{FF2B5EF4-FFF2-40B4-BE49-F238E27FC236}">
                <a16:creationId xmlns:a16="http://schemas.microsoft.com/office/drawing/2014/main" id="{B489862A-A5FC-8769-274C-5ACA015E60C3}"/>
              </a:ext>
            </a:extLst>
          </p:cNvPr>
          <p:cNvSpPr/>
          <p:nvPr userDrawn="1"/>
        </p:nvSpPr>
        <p:spPr>
          <a:xfrm>
            <a:off x="-1" y="252409"/>
            <a:ext cx="1293019" cy="418152"/>
          </a:xfrm>
          <a:custGeom>
            <a:avLst/>
            <a:gdLst>
              <a:gd name="connsiteX0" fmla="*/ 0 w 1097756"/>
              <a:gd name="connsiteY0" fmla="*/ 0 h 415770"/>
              <a:gd name="connsiteX1" fmla="*/ 0 w 1097756"/>
              <a:gd name="connsiteY1" fmla="*/ 0 h 415770"/>
              <a:gd name="connsiteX2" fmla="*/ 1097756 w 1097756"/>
              <a:gd name="connsiteY2" fmla="*/ 0 h 415770"/>
              <a:gd name="connsiteX3" fmla="*/ 1097756 w 1097756"/>
              <a:gd name="connsiteY3" fmla="*/ 0 h 415770"/>
              <a:gd name="connsiteX4" fmla="*/ 1097756 w 1097756"/>
              <a:gd name="connsiteY4" fmla="*/ 415770 h 415770"/>
              <a:gd name="connsiteX5" fmla="*/ 1097756 w 1097756"/>
              <a:gd name="connsiteY5" fmla="*/ 415770 h 415770"/>
              <a:gd name="connsiteX6" fmla="*/ 0 w 1097756"/>
              <a:gd name="connsiteY6" fmla="*/ 415770 h 415770"/>
              <a:gd name="connsiteX7" fmla="*/ 0 w 1097756"/>
              <a:gd name="connsiteY7" fmla="*/ 415770 h 415770"/>
              <a:gd name="connsiteX8" fmla="*/ 0 w 1097756"/>
              <a:gd name="connsiteY8" fmla="*/ 0 h 415770"/>
              <a:gd name="connsiteX0" fmla="*/ 0 w 1216819"/>
              <a:gd name="connsiteY0" fmla="*/ 0 h 415770"/>
              <a:gd name="connsiteX1" fmla="*/ 0 w 1216819"/>
              <a:gd name="connsiteY1" fmla="*/ 0 h 415770"/>
              <a:gd name="connsiteX2" fmla="*/ 1097756 w 1216819"/>
              <a:gd name="connsiteY2" fmla="*/ 0 h 415770"/>
              <a:gd name="connsiteX3" fmla="*/ 1216819 w 1216819"/>
              <a:gd name="connsiteY3" fmla="*/ 0 h 415770"/>
              <a:gd name="connsiteX4" fmla="*/ 1097756 w 1216819"/>
              <a:gd name="connsiteY4" fmla="*/ 415770 h 415770"/>
              <a:gd name="connsiteX5" fmla="*/ 1097756 w 1216819"/>
              <a:gd name="connsiteY5" fmla="*/ 415770 h 415770"/>
              <a:gd name="connsiteX6" fmla="*/ 0 w 1216819"/>
              <a:gd name="connsiteY6" fmla="*/ 415770 h 415770"/>
              <a:gd name="connsiteX7" fmla="*/ 0 w 1216819"/>
              <a:gd name="connsiteY7" fmla="*/ 415770 h 415770"/>
              <a:gd name="connsiteX8" fmla="*/ 0 w 1216819"/>
              <a:gd name="connsiteY8" fmla="*/ 0 h 415770"/>
              <a:gd name="connsiteX0" fmla="*/ 0 w 1223579"/>
              <a:gd name="connsiteY0" fmla="*/ 2382 h 418152"/>
              <a:gd name="connsiteX1" fmla="*/ 0 w 1223579"/>
              <a:gd name="connsiteY1" fmla="*/ 2382 h 418152"/>
              <a:gd name="connsiteX2" fmla="*/ 1097756 w 1223579"/>
              <a:gd name="connsiteY2" fmla="*/ 2382 h 418152"/>
              <a:gd name="connsiteX3" fmla="*/ 1223579 w 1223579"/>
              <a:gd name="connsiteY3" fmla="*/ 0 h 418152"/>
              <a:gd name="connsiteX4" fmla="*/ 1097756 w 1223579"/>
              <a:gd name="connsiteY4" fmla="*/ 418152 h 418152"/>
              <a:gd name="connsiteX5" fmla="*/ 1097756 w 1223579"/>
              <a:gd name="connsiteY5" fmla="*/ 418152 h 418152"/>
              <a:gd name="connsiteX6" fmla="*/ 0 w 1223579"/>
              <a:gd name="connsiteY6" fmla="*/ 418152 h 418152"/>
              <a:gd name="connsiteX7" fmla="*/ 0 w 1223579"/>
              <a:gd name="connsiteY7" fmla="*/ 418152 h 418152"/>
              <a:gd name="connsiteX8" fmla="*/ 0 w 1223579"/>
              <a:gd name="connsiteY8" fmla="*/ 2382 h 41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579" h="418152">
                <a:moveTo>
                  <a:pt x="0" y="2382"/>
                </a:moveTo>
                <a:lnTo>
                  <a:pt x="0" y="2382"/>
                </a:lnTo>
                <a:lnTo>
                  <a:pt x="1097756" y="2382"/>
                </a:lnTo>
                <a:lnTo>
                  <a:pt x="1223579" y="0"/>
                </a:lnTo>
                <a:lnTo>
                  <a:pt x="1097756" y="418152"/>
                </a:lnTo>
                <a:lnTo>
                  <a:pt x="1097756" y="418152"/>
                </a:lnTo>
                <a:lnTo>
                  <a:pt x="0" y="418152"/>
                </a:lnTo>
                <a:lnTo>
                  <a:pt x="0" y="418152"/>
                </a:lnTo>
                <a:lnTo>
                  <a:pt x="0" y="23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22E4DA-6AED-A218-B0DC-541AC9B14D2F}"/>
              </a:ext>
            </a:extLst>
          </p:cNvPr>
          <p:cNvSpPr txBox="1"/>
          <p:nvPr userDrawn="1"/>
        </p:nvSpPr>
        <p:spPr>
          <a:xfrm>
            <a:off x="335061" y="293773"/>
            <a:ext cx="894797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00"/>
              </a:lnSpc>
            </a:pPr>
            <a:r>
              <a:rPr kumimoji="1" lang="en-US" altLang="ja-JP" sz="1000" dirty="0">
                <a:solidFill>
                  <a:schemeClr val="bg1"/>
                </a:solidFill>
              </a:rPr>
              <a:t>Attached</a:t>
            </a:r>
          </a:p>
          <a:p>
            <a:pPr>
              <a:lnSpc>
                <a:spcPts val="1000"/>
              </a:lnSpc>
            </a:pPr>
            <a:r>
              <a:rPr kumimoji="1" lang="en-US" altLang="ja-JP" sz="1000" dirty="0">
                <a:solidFill>
                  <a:schemeClr val="bg1"/>
                </a:solidFill>
              </a:rPr>
              <a:t>documents</a:t>
            </a:r>
            <a:endParaRPr kumimoji="1" lang="ja-JP" altLang="en-US" sz="1000" dirty="0">
              <a:solidFill>
                <a:schemeClr val="bg1"/>
              </a:solidFill>
            </a:endParaRPr>
          </a:p>
        </p:txBody>
      </p:sp>
      <p:sp>
        <p:nvSpPr>
          <p:cNvPr id="11" name="フッター プレースホルダー 10">
            <a:extLst>
              <a:ext uri="{FF2B5EF4-FFF2-40B4-BE49-F238E27FC236}">
                <a16:creationId xmlns:a16="http://schemas.microsoft.com/office/drawing/2014/main" id="{D8B0AF65-B652-4F86-6342-CD1513D1440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B52DA7AF-2FC8-A35B-9B08-6CF07E984B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0504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-ex-Page with diagon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B6756721-DF43-FCBD-D689-399A0606C5F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672667" y="3921291"/>
            <a:ext cx="3471333" cy="689201"/>
          </a:xfrm>
          <a:prstGeom prst="rect">
            <a:avLst/>
          </a:prstGeom>
        </p:spPr>
        <p:txBody>
          <a:bodyPr tIns="468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GML-Global Multimedia Library.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6A5751ED-9A50-9A83-2191-C630B2E99AB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672667" y="3927795"/>
            <a:ext cx="3471333" cy="689201"/>
          </a:xfrm>
          <a:prstGeom prst="rect">
            <a:avLst/>
          </a:prstGeom>
        </p:spPr>
        <p:txBody>
          <a:bodyPr tIns="252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We recommended using images downloaded from</a:t>
            </a:r>
            <a:endParaRPr kumimoji="1" lang="ja-JP" altLang="en-US" dirty="0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51A99E90-E7B9-41FD-9F4B-A56226959E0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72667" y="3928104"/>
            <a:ext cx="3471333" cy="689201"/>
          </a:xfrm>
          <a:prstGeom prst="rect">
            <a:avLst/>
          </a:prstGeom>
        </p:spPr>
        <p:txBody>
          <a:bodyPr tIns="36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10" name="図プレースホルダー 9">
            <a:extLst>
              <a:ext uri="{FF2B5EF4-FFF2-40B4-BE49-F238E27FC236}">
                <a16:creationId xmlns:a16="http://schemas.microsoft.com/office/drawing/2014/main" id="{AAF86F2E-ABDD-AEB7-EBB7-5C1B7FD827B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white">
          <a:xfrm>
            <a:off x="4707752" y="0"/>
            <a:ext cx="4437836" cy="6858000"/>
          </a:xfrm>
          <a:custGeom>
            <a:avLst/>
            <a:gdLst>
              <a:gd name="connsiteX0" fmla="*/ 0 w 4436248"/>
              <a:gd name="connsiteY0" fmla="*/ 0 h 6912769"/>
              <a:gd name="connsiteX1" fmla="*/ 4436248 w 4436248"/>
              <a:gd name="connsiteY1" fmla="*/ 0 h 6912769"/>
              <a:gd name="connsiteX2" fmla="*/ 4436248 w 4436248"/>
              <a:gd name="connsiteY2" fmla="*/ 6912769 h 6912769"/>
              <a:gd name="connsiteX3" fmla="*/ 0 w 4436248"/>
              <a:gd name="connsiteY3" fmla="*/ 6912769 h 6912769"/>
              <a:gd name="connsiteX4" fmla="*/ 0 w 4436248"/>
              <a:gd name="connsiteY4" fmla="*/ 0 h 6912769"/>
              <a:gd name="connsiteX0" fmla="*/ 2194560 w 4436248"/>
              <a:gd name="connsiteY0" fmla="*/ 0 h 6920389"/>
              <a:gd name="connsiteX1" fmla="*/ 4436248 w 4436248"/>
              <a:gd name="connsiteY1" fmla="*/ 7620 h 6920389"/>
              <a:gd name="connsiteX2" fmla="*/ 4436248 w 4436248"/>
              <a:gd name="connsiteY2" fmla="*/ 6920389 h 6920389"/>
              <a:gd name="connsiteX3" fmla="*/ 0 w 4436248"/>
              <a:gd name="connsiteY3" fmla="*/ 6920389 h 6920389"/>
              <a:gd name="connsiteX4" fmla="*/ 2194560 w 4436248"/>
              <a:gd name="connsiteY4" fmla="*/ 0 h 6920389"/>
              <a:gd name="connsiteX0" fmla="*/ 2194560 w 4437835"/>
              <a:gd name="connsiteY0" fmla="*/ 0 h 6920389"/>
              <a:gd name="connsiteX1" fmla="*/ 4437835 w 4437835"/>
              <a:gd name="connsiteY1" fmla="*/ 1212 h 6920389"/>
              <a:gd name="connsiteX2" fmla="*/ 4436248 w 4437835"/>
              <a:gd name="connsiteY2" fmla="*/ 6920389 h 6920389"/>
              <a:gd name="connsiteX3" fmla="*/ 0 w 4437835"/>
              <a:gd name="connsiteY3" fmla="*/ 6920389 h 6920389"/>
              <a:gd name="connsiteX4" fmla="*/ 2194560 w 4437835"/>
              <a:gd name="connsiteY4" fmla="*/ 0 h 6920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835" h="6920389">
                <a:moveTo>
                  <a:pt x="2194560" y="0"/>
                </a:moveTo>
                <a:lnTo>
                  <a:pt x="4437835" y="1212"/>
                </a:lnTo>
                <a:lnTo>
                  <a:pt x="4436248" y="6920389"/>
                </a:lnTo>
                <a:lnTo>
                  <a:pt x="0" y="6920389"/>
                </a:lnTo>
                <a:lnTo>
                  <a:pt x="2194560" y="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</p:spPr>
        <p:txBody>
          <a:bodyPr lIns="720000" tIns="0" rIns="0" bIns="900000" anchor="ctr"/>
          <a:lstStyle>
            <a:lvl1pPr algn="ctr">
              <a:defRPr sz="18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     </a:t>
            </a:r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13" name="テキスト プレースホルダー 8">
            <a:extLst>
              <a:ext uri="{FF2B5EF4-FFF2-40B4-BE49-F238E27FC236}">
                <a16:creationId xmlns:a16="http://schemas.microsoft.com/office/drawing/2014/main" id="{488A469F-A931-1B91-0623-47F95AD420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6683" y="1368113"/>
            <a:ext cx="5223582" cy="406713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defRPr sz="1800">
                <a:latin typeface="+mn-ea"/>
                <a:ea typeface="+mn-ea"/>
              </a:defRPr>
            </a:lvl1pPr>
            <a:lvl2pPr>
              <a:lnSpc>
                <a:spcPct val="100000"/>
              </a:lnSpc>
              <a:defRPr sz="1600">
                <a:latin typeface="+mn-ea"/>
                <a:ea typeface="+mn-ea"/>
              </a:defRPr>
            </a:lvl2pPr>
            <a:lvl3pPr>
              <a:lnSpc>
                <a:spcPct val="100000"/>
              </a:lnSpc>
              <a:defRPr sz="1400">
                <a:latin typeface="+mn-ea"/>
                <a:ea typeface="+mn-ea"/>
              </a:defRPr>
            </a:lvl3pPr>
            <a:lvl4pPr>
              <a:lnSpc>
                <a:spcPct val="100000"/>
              </a:lnSpc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4" name="タイトル 7">
            <a:extLst>
              <a:ext uri="{FF2B5EF4-FFF2-40B4-BE49-F238E27FC236}">
                <a16:creationId xmlns:a16="http://schemas.microsoft.com/office/drawing/2014/main" id="{0DA8750C-D711-AABF-464D-C0E495061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820407"/>
            <a:ext cx="8104689" cy="41577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15" name="フッター プレースホルダー 14">
            <a:extLst>
              <a:ext uri="{FF2B5EF4-FFF2-40B4-BE49-F238E27FC236}">
                <a16:creationId xmlns:a16="http://schemas.microsoft.com/office/drawing/2014/main" id="{5EE40280-456F-F5AF-FE2C-760C70EDB7E4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36B56B0E-20A2-20CF-5E0F-1E0433A8350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テキスト プレースホルダー 13">
            <a:extLst>
              <a:ext uri="{FF2B5EF4-FFF2-40B4-BE49-F238E27FC236}">
                <a16:creationId xmlns:a16="http://schemas.microsoft.com/office/drawing/2014/main" id="{02F5EEFB-6C0C-8862-469A-332072AE18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16896" y="296070"/>
            <a:ext cx="759868" cy="29686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613453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-ex-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606AF771-664C-29C4-8C04-03559180A2D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0" y="2"/>
            <a:ext cx="9144000" cy="6850062"/>
          </a:xfrm>
          <a:prstGeom prst="rect">
            <a:avLst/>
          </a:prstGeom>
        </p:spPr>
        <p:txBody>
          <a:bodyPr tIns="4320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We recommended using images downloaded from GML-Global Multimedia Library.</a:t>
            </a:r>
            <a:endParaRPr kumimoji="1" lang="ja-JP" altLang="en-US" dirty="0"/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B26F66B-F0BF-BBAB-890A-0BA0F69984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tIns="4104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8" name="図プレースホルダー 5">
            <a:extLst>
              <a:ext uri="{FF2B5EF4-FFF2-40B4-BE49-F238E27FC236}">
                <a16:creationId xmlns:a16="http://schemas.microsoft.com/office/drawing/2014/main" id="{6AF6773C-4B4B-4C10-D9FC-26C78B7C4C9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white">
          <a:xfrm>
            <a:off x="0" y="1"/>
            <a:ext cx="9144000" cy="6857999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CEAC9CB8-7DF5-3236-FBA8-4EFF327874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5263" y="6226643"/>
            <a:ext cx="1046134" cy="59802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kumimoji="1" lang="ja-JP" altLang="en-US" dirty="0"/>
              <a:t>　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DAAFD320-5B7D-2E3A-E58D-B7577639EE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54931" y="6553198"/>
            <a:ext cx="1754982" cy="14461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kumimoji="1" lang="ja-JP" altLang="en-US" dirty="0"/>
              <a:t>　</a:t>
            </a:r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DE9C92FE-0800-0D3C-CD31-044A7A2219A3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ABA0B36B-1F04-B35B-E57B-11EA957FF33A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  <p:sp>
        <p:nvSpPr>
          <p:cNvPr id="17" name="テキスト プレースホルダー 13">
            <a:extLst>
              <a:ext uri="{FF2B5EF4-FFF2-40B4-BE49-F238E27FC236}">
                <a16:creationId xmlns:a16="http://schemas.microsoft.com/office/drawing/2014/main" id="{1822037B-B50C-AF2B-BBEC-250C95F816C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16896" y="296070"/>
            <a:ext cx="759868" cy="29686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56909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-ex-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A1939F98-3380-BCB7-E7A0-443C6D06120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610348" y="7937"/>
            <a:ext cx="2535647" cy="6850063"/>
          </a:xfrm>
          <a:prstGeom prst="rect">
            <a:avLst/>
          </a:prstGeom>
        </p:spPr>
        <p:txBody>
          <a:bodyPr tIns="4968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GML-Global Multimedia Library.</a:t>
            </a:r>
            <a:endParaRPr kumimoji="1" lang="ja-JP" altLang="en-US" dirty="0"/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5DFBBFAB-99C5-56CC-5E6B-EDEC3708544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536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We recommended using</a:t>
            </a:r>
            <a:endParaRPr kumimoji="1" lang="ja-JP" altLang="en-US" dirty="0"/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D7ED6493-D07F-0382-0621-785B0715491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104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</a:t>
            </a:r>
            <a:endParaRPr kumimoji="1" lang="ja-JP" altLang="en-US" dirty="0"/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5BF72415-10D0-B9F7-B43A-AC3DC0D0321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320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have no copyright issues.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52635FB9-FA2F-D331-362D-E23CBA0F2D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752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images downloaded from</a:t>
            </a:r>
            <a:endParaRPr kumimoji="1" lang="ja-JP" altLang="en-US" dirty="0"/>
          </a:p>
        </p:txBody>
      </p:sp>
      <p:sp>
        <p:nvSpPr>
          <p:cNvPr id="8" name="図プレースホルダー 21">
            <a:extLst>
              <a:ext uri="{FF2B5EF4-FFF2-40B4-BE49-F238E27FC236}">
                <a16:creationId xmlns:a16="http://schemas.microsoft.com/office/drawing/2014/main" id="{8F464146-B6CF-9A03-8216-DF4457C1383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white">
          <a:xfrm>
            <a:off x="3577195" y="1"/>
            <a:ext cx="5920845" cy="6857999"/>
          </a:xfrm>
          <a:custGeom>
            <a:avLst/>
            <a:gdLst>
              <a:gd name="connsiteX0" fmla="*/ 0 w 5548312"/>
              <a:gd name="connsiteY0" fmla="*/ 0 h 6864350"/>
              <a:gd name="connsiteX1" fmla="*/ 5548312 w 5548312"/>
              <a:gd name="connsiteY1" fmla="*/ 0 h 6864350"/>
              <a:gd name="connsiteX2" fmla="*/ 5548312 w 5548312"/>
              <a:gd name="connsiteY2" fmla="*/ 6864350 h 6864350"/>
              <a:gd name="connsiteX3" fmla="*/ 0 w 5548312"/>
              <a:gd name="connsiteY3" fmla="*/ 6864350 h 6864350"/>
              <a:gd name="connsiteX4" fmla="*/ 0 w 5548312"/>
              <a:gd name="connsiteY4" fmla="*/ 0 h 6864350"/>
              <a:gd name="connsiteX0" fmla="*/ 1995487 w 5548312"/>
              <a:gd name="connsiteY0" fmla="*/ 0 h 6869113"/>
              <a:gd name="connsiteX1" fmla="*/ 5548312 w 5548312"/>
              <a:gd name="connsiteY1" fmla="*/ 4763 h 6869113"/>
              <a:gd name="connsiteX2" fmla="*/ 5548312 w 5548312"/>
              <a:gd name="connsiteY2" fmla="*/ 6869113 h 6869113"/>
              <a:gd name="connsiteX3" fmla="*/ 0 w 5548312"/>
              <a:gd name="connsiteY3" fmla="*/ 6869113 h 6869113"/>
              <a:gd name="connsiteX4" fmla="*/ 1995487 w 5548312"/>
              <a:gd name="connsiteY4" fmla="*/ 0 h 6869113"/>
              <a:gd name="connsiteX0" fmla="*/ 1657159 w 5548312"/>
              <a:gd name="connsiteY0" fmla="*/ 4381 h 6864350"/>
              <a:gd name="connsiteX1" fmla="*/ 5548312 w 5548312"/>
              <a:gd name="connsiteY1" fmla="*/ 0 h 6864350"/>
              <a:gd name="connsiteX2" fmla="*/ 5548312 w 5548312"/>
              <a:gd name="connsiteY2" fmla="*/ 6864350 h 6864350"/>
              <a:gd name="connsiteX3" fmla="*/ 0 w 5548312"/>
              <a:gd name="connsiteY3" fmla="*/ 6864350 h 6864350"/>
              <a:gd name="connsiteX4" fmla="*/ 1657159 w 5548312"/>
              <a:gd name="connsiteY4" fmla="*/ 4381 h 6864350"/>
              <a:gd name="connsiteX0" fmla="*/ 2029692 w 5920845"/>
              <a:gd name="connsiteY0" fmla="*/ 4381 h 6864350"/>
              <a:gd name="connsiteX1" fmla="*/ 5920845 w 5920845"/>
              <a:gd name="connsiteY1" fmla="*/ 0 h 6864350"/>
              <a:gd name="connsiteX2" fmla="*/ 5920845 w 5920845"/>
              <a:gd name="connsiteY2" fmla="*/ 6864350 h 6864350"/>
              <a:gd name="connsiteX3" fmla="*/ 0 w 5920845"/>
              <a:gd name="connsiteY3" fmla="*/ 6864350 h 6864350"/>
              <a:gd name="connsiteX4" fmla="*/ 2029692 w 5920845"/>
              <a:gd name="connsiteY4" fmla="*/ 4381 h 6864350"/>
              <a:gd name="connsiteX0" fmla="*/ 2025459 w 5920845"/>
              <a:gd name="connsiteY0" fmla="*/ 148 h 6864350"/>
              <a:gd name="connsiteX1" fmla="*/ 5920845 w 5920845"/>
              <a:gd name="connsiteY1" fmla="*/ 0 h 6864350"/>
              <a:gd name="connsiteX2" fmla="*/ 5920845 w 5920845"/>
              <a:gd name="connsiteY2" fmla="*/ 6864350 h 6864350"/>
              <a:gd name="connsiteX3" fmla="*/ 0 w 5920845"/>
              <a:gd name="connsiteY3" fmla="*/ 6864350 h 6864350"/>
              <a:gd name="connsiteX4" fmla="*/ 2025459 w 5920845"/>
              <a:gd name="connsiteY4" fmla="*/ 148 h 686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0845" h="6864350">
                <a:moveTo>
                  <a:pt x="2025459" y="148"/>
                </a:moveTo>
                <a:lnTo>
                  <a:pt x="5920845" y="0"/>
                </a:lnTo>
                <a:lnTo>
                  <a:pt x="5920845" y="6864350"/>
                </a:lnTo>
                <a:lnTo>
                  <a:pt x="0" y="6864350"/>
                </a:lnTo>
                <a:lnTo>
                  <a:pt x="2025459" y="148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</p:spPr>
        <p:txBody>
          <a:bodyPr lIns="2520000" tIns="0" rIns="0" bIns="0" anchor="ctr"/>
          <a:lstStyle>
            <a:lvl1pPr algn="ctr"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←</a:t>
            </a:r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F116DF36-2E0A-AD3D-C268-80C95C294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661035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828000" tIns="360000" rIns="360000" bIns="360000" anchor="ctr" anchorCtr="0"/>
          <a:lstStyle>
            <a:lvl1pPr>
              <a:lnSpc>
                <a:spcPct val="100000"/>
              </a:lnSpc>
              <a:defRPr sz="3000" b="0" i="1" spc="0">
                <a:solidFill>
                  <a:schemeClr val="bg2"/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kumimoji="1" lang="en-US" altLang="ja-JP" dirty="0"/>
              <a:t>Enter the closing message.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CE97261D-04BD-E2C0-1B09-6A986C99106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5263" y="6226643"/>
            <a:ext cx="1046134" cy="59802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　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610B77F4-8C4D-1AC7-FA18-584EB6E0D4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54932" y="6552556"/>
            <a:ext cx="1507332" cy="14287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　</a:t>
            </a:r>
          </a:p>
        </p:txBody>
      </p:sp>
      <p:sp>
        <p:nvSpPr>
          <p:cNvPr id="18" name="フッター プレースホルダー 17">
            <a:extLst>
              <a:ext uri="{FF2B5EF4-FFF2-40B4-BE49-F238E27FC236}">
                <a16:creationId xmlns:a16="http://schemas.microsoft.com/office/drawing/2014/main" id="{315F4B5D-4E41-22E5-B089-B7A1B6597D1B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2" name="スライド番号プレースホルダー 21">
            <a:extLst>
              <a:ext uri="{FF2B5EF4-FFF2-40B4-BE49-F238E27FC236}">
                <a16:creationId xmlns:a16="http://schemas.microsoft.com/office/drawing/2014/main" id="{AB94577E-6A7C-FACC-AB1D-22C80CF6720B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  <p:sp>
        <p:nvSpPr>
          <p:cNvPr id="23" name="テキスト プレースホルダー 13">
            <a:extLst>
              <a:ext uri="{FF2B5EF4-FFF2-40B4-BE49-F238E27FC236}">
                <a16:creationId xmlns:a16="http://schemas.microsoft.com/office/drawing/2014/main" id="{3FBEE381-7A20-E55A-EDFE-DD99A1C837A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16896" y="296070"/>
            <a:ext cx="759868" cy="29686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080795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-ex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F4FE7DA-BE0E-7546-206C-319CD39A41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63850" y="2820025"/>
            <a:ext cx="3440110" cy="131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5784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Cover: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C88D304-D43F-72CA-4663-B3180BEECF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CA7776C9-BB58-473F-D2C4-AD17573005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161" y="616744"/>
            <a:ext cx="2199866" cy="838676"/>
          </a:xfrm>
          <a:prstGeom prst="rect">
            <a:avLst/>
          </a:prstGeom>
        </p:spPr>
      </p:pic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601541AD-C23B-99C4-2D74-A6B7AA8B6A0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0326" y="1984232"/>
            <a:ext cx="6296243" cy="2306880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5000"/>
              </a:lnSpc>
              <a:defRPr sz="30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up to 3 lines of title.</a:t>
            </a:r>
            <a:r>
              <a:rPr kumimoji="1" lang="ja-JP" altLang="en-US" dirty="0"/>
              <a:t>　　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0E0BF0E-F66B-5A5D-D0B6-CA72C26602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096" y="5248445"/>
            <a:ext cx="3789982" cy="39417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00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Presenter Name</a:t>
            </a:r>
            <a:r>
              <a:rPr kumimoji="1" lang="ja-JP" altLang="en-US" dirty="0"/>
              <a:t>　　</a:t>
            </a:r>
          </a:p>
        </p:txBody>
      </p:sp>
      <p:sp>
        <p:nvSpPr>
          <p:cNvPr id="9" name="図プレースホルダー 12">
            <a:extLst>
              <a:ext uri="{FF2B5EF4-FFF2-40B4-BE49-F238E27FC236}">
                <a16:creationId xmlns:a16="http://schemas.microsoft.com/office/drawing/2014/main" id="{8DCFE651-3E45-F2CF-8B03-BEE74C598B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77871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0" name="図プレースホルダー 12">
            <a:extLst>
              <a:ext uri="{FF2B5EF4-FFF2-40B4-BE49-F238E27FC236}">
                <a16:creationId xmlns:a16="http://schemas.microsoft.com/office/drawing/2014/main" id="{F8595BDB-9CB9-0197-B763-B9F18F4CD8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85358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1" name="図プレースホルダー 12">
            <a:extLst>
              <a:ext uri="{FF2B5EF4-FFF2-40B4-BE49-F238E27FC236}">
                <a16:creationId xmlns:a16="http://schemas.microsoft.com/office/drawing/2014/main" id="{0C877E4C-9CC0-B7A4-1541-C10B1F1AEF0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177871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2" name="図プレースホルダー 12">
            <a:extLst>
              <a:ext uri="{FF2B5EF4-FFF2-40B4-BE49-F238E27FC236}">
                <a16:creationId xmlns:a16="http://schemas.microsoft.com/office/drawing/2014/main" id="{2E6D6C92-8A36-E3B2-B32D-4DF37A87461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585358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4" name="図プレースホルダー 12">
            <a:extLst>
              <a:ext uri="{FF2B5EF4-FFF2-40B4-BE49-F238E27FC236}">
                <a16:creationId xmlns:a16="http://schemas.microsoft.com/office/drawing/2014/main" id="{120F5B14-68FC-6BBC-9E80-87187529D54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70384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5" name="図プレースホルダー 12">
            <a:extLst>
              <a:ext uri="{FF2B5EF4-FFF2-40B4-BE49-F238E27FC236}">
                <a16:creationId xmlns:a16="http://schemas.microsoft.com/office/drawing/2014/main" id="{D49A9D12-548C-5164-ED9F-80BCCC4A161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0384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6" name="図プレースホルダー 12">
            <a:extLst>
              <a:ext uri="{FF2B5EF4-FFF2-40B4-BE49-F238E27FC236}">
                <a16:creationId xmlns:a16="http://schemas.microsoft.com/office/drawing/2014/main" id="{F3C8E6C1-6FEC-E135-563E-1DF4D7B6DAA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177871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7" name="図プレースホルダー 12">
            <a:extLst>
              <a:ext uri="{FF2B5EF4-FFF2-40B4-BE49-F238E27FC236}">
                <a16:creationId xmlns:a16="http://schemas.microsoft.com/office/drawing/2014/main" id="{ABACD56A-08DE-E661-521A-51D8DDB60E1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85358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8" name="図プレースホルダー 12">
            <a:extLst>
              <a:ext uri="{FF2B5EF4-FFF2-40B4-BE49-F238E27FC236}">
                <a16:creationId xmlns:a16="http://schemas.microsoft.com/office/drawing/2014/main" id="{26333204-57AC-D490-0FD6-9EA3C045EEB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70384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19" name="図プレースホルダー 12">
            <a:extLst>
              <a:ext uri="{FF2B5EF4-FFF2-40B4-BE49-F238E27FC236}">
                <a16:creationId xmlns:a16="http://schemas.microsoft.com/office/drawing/2014/main" id="{B60164B2-A03A-253F-0A56-178EC63ED72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362897" y="5455388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0" name="図プレースホルダー 12">
            <a:extLst>
              <a:ext uri="{FF2B5EF4-FFF2-40B4-BE49-F238E27FC236}">
                <a16:creationId xmlns:a16="http://schemas.microsoft.com/office/drawing/2014/main" id="{4B7EED3F-018D-A135-C519-9EF5F103203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362897" y="5865677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1" name="図プレースホルダー 12">
            <a:extLst>
              <a:ext uri="{FF2B5EF4-FFF2-40B4-BE49-F238E27FC236}">
                <a16:creationId xmlns:a16="http://schemas.microsoft.com/office/drawing/2014/main" id="{7EC2DE47-0EEE-2F54-C34C-7E355D16E33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4362897" y="5042896"/>
            <a:ext cx="377668" cy="376226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SDGs</a:t>
            </a:r>
            <a:endParaRPr kumimoji="1" lang="ja-JP" altLang="en-US" dirty="0"/>
          </a:p>
        </p:txBody>
      </p:sp>
      <p:sp>
        <p:nvSpPr>
          <p:cNvPr id="22" name="テキスト プレースホルダー 14">
            <a:extLst>
              <a:ext uri="{FF2B5EF4-FFF2-40B4-BE49-F238E27FC236}">
                <a16:creationId xmlns:a16="http://schemas.microsoft.com/office/drawing/2014/main" id="{0E42FD5F-8941-3841-9054-29440E2674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1975" y="4978703"/>
            <a:ext cx="3764715" cy="269742"/>
          </a:xfrm>
          <a:prstGeom prst="rect">
            <a:avLst/>
          </a:prstGeom>
        </p:spPr>
        <p:txBody>
          <a:bodyPr/>
          <a:lstStyle>
            <a:lvl1pPr>
              <a:defRPr lang="ja-JP" altLang="en-US" sz="1600" dirty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00/****/2023</a:t>
            </a:r>
            <a:endParaRPr kumimoji="1" lang="ja-JP" altLang="en-US" dirty="0"/>
          </a:p>
        </p:txBody>
      </p:sp>
      <p:sp>
        <p:nvSpPr>
          <p:cNvPr id="24" name="テキスト プレースホルダー 7">
            <a:extLst>
              <a:ext uri="{FF2B5EF4-FFF2-40B4-BE49-F238E27FC236}">
                <a16:creationId xmlns:a16="http://schemas.microsoft.com/office/drawing/2014/main" id="{4AFF9F0E-6775-4197-574C-C20AF88322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096" y="5659032"/>
            <a:ext cx="3789982" cy="6453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00"/>
              </a:lnSpc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up to 3 lines of department name.</a:t>
            </a:r>
          </a:p>
        </p:txBody>
      </p:sp>
    </p:spTree>
    <p:extLst>
      <p:ext uri="{BB962C8B-B14F-4D97-AF65-F5344CB8AC3E}">
        <p14:creationId xmlns:p14="http://schemas.microsoft.com/office/powerpoint/2010/main" val="304159911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3">
            <a:extLst>
              <a:ext uri="{FF2B5EF4-FFF2-40B4-BE49-F238E27FC236}">
                <a16:creationId xmlns:a16="http://schemas.microsoft.com/office/drawing/2014/main" id="{7ED589F5-7462-A506-7259-4C9E4F11A6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94924" y="1720413"/>
            <a:ext cx="7449076" cy="4391380"/>
          </a:xfrm>
          <a:prstGeom prst="rect">
            <a:avLst/>
          </a:prstGeom>
        </p:spPr>
        <p:txBody>
          <a:bodyPr/>
          <a:lstStyle>
            <a:lvl1pPr marL="457200" indent="-457200" fontAlgn="b">
              <a:lnSpc>
                <a:spcPct val="114000"/>
              </a:lnSpc>
              <a:buSzPct val="85000"/>
              <a:buFont typeface="+mj-lt"/>
              <a:buAutoNum type="arabicPeriod"/>
              <a:defRPr sz="2500">
                <a:latin typeface="+mn-ea"/>
                <a:ea typeface="+mn-ea"/>
              </a:defRPr>
            </a:lvl1pPr>
            <a:lvl2pPr marL="8001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800">
                <a:latin typeface="+mn-ea"/>
                <a:ea typeface="+mn-ea"/>
              </a:defRPr>
            </a:lvl2pPr>
            <a:lvl3pPr marL="12573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800">
                <a:latin typeface="+mn-ea"/>
                <a:ea typeface="+mn-ea"/>
              </a:defRPr>
            </a:lvl3pPr>
            <a:lvl4pPr marL="17145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>
                <a:latin typeface="+mn-ea"/>
                <a:ea typeface="+mn-ea"/>
              </a:defRPr>
            </a:lvl4pPr>
            <a:lvl5pPr marL="2171700" indent="-342900" fontAlgn="b">
              <a:lnSpc>
                <a:spcPct val="114000"/>
              </a:lnSpc>
              <a:buSzPct val="85000"/>
              <a:buFont typeface="+mj-lt"/>
              <a:buAutoNum type="arabicPeriod"/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kumimoji="1" lang="en-US" altLang="ja-JP" dirty="0"/>
              <a:t>Title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D4DA2B13-FA55-91D4-1E9E-AEDB218035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955" y="523797"/>
            <a:ext cx="8512045" cy="1171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Agenda(Please enter)</a:t>
            </a:r>
            <a:endParaRPr kumimoji="1" lang="ja-JP" altLang="en-US" dirty="0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C2C5AAEC-7C81-F8B1-2DA7-50753A0EDF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8F2C96B5-4756-B5D6-AA75-97B6CE32C5D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79146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F847BC23-E9C9-C754-59FC-1AE1340833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0040" y="2557428"/>
            <a:ext cx="7459748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title</a:t>
            </a:r>
            <a:endParaRPr kumimoji="1" lang="ja-JP" altLang="en-US" dirty="0"/>
          </a:p>
        </p:txBody>
      </p:sp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8F8512E6-D896-C714-8DE4-952F45ADA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0040" y="3227437"/>
            <a:ext cx="7459749" cy="609600"/>
          </a:xfrm>
          <a:prstGeom prst="rect">
            <a:avLst/>
          </a:prstGeom>
        </p:spPr>
        <p:txBody>
          <a:bodyPr l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7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Subtitle</a:t>
            </a:r>
            <a:endParaRPr kumimoji="1" lang="ja-JP" altLang="en-US" dirty="0"/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F1567C65-543D-7BA7-B23B-B311BA918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5074" y="278224"/>
            <a:ext cx="3181670" cy="1976765"/>
          </a:xfrm>
          <a:prstGeom prst="rect">
            <a:avLst/>
          </a:prstGeom>
        </p:spPr>
        <p:txBody>
          <a:bodyPr/>
          <a:lstStyle>
            <a:lvl1pPr>
              <a:defRPr sz="155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E9257C-D72C-FE76-9CC7-FFC22C2271E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189508AB-613E-8646-733B-101BDBEE69E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9796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 dirty="0"/>
              <a:t>Title</a:t>
            </a:r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D0C950-D5E3-E409-BD70-6523A8951E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7DCB8B-A5C0-D039-6B9D-FF612AE9092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7267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nf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2685696A-7B7A-F3C8-BA98-D29E9F181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09E07142-4E89-E618-1197-0122A73959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 bwMode="white">
          <a:xfrm>
            <a:off x="2" y="6057902"/>
            <a:ext cx="8017312" cy="800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17192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AD2122B-EED1-15F0-5B50-A251B3CE3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539BA1-D3DA-9DC7-9F07-3367E2D34C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162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Standard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6"/>
            <a:ext cx="9143999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5742793"/>
            <a:ext cx="9144001" cy="456628"/>
          </a:xfrm>
          <a:prstGeom prst="rect">
            <a:avLst/>
          </a:prstGeom>
        </p:spPr>
        <p:txBody>
          <a:bodyPr tIns="0" bIns="36000" anchor="b"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タイトル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DDE98627-EA18-1471-6864-0C2E3C7D5F7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94CB73-5777-B9BB-A621-9F392E5AF3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3346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Standard + Summary(Hig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729710"/>
            <a:ext cx="9144000" cy="456628"/>
          </a:xfrm>
          <a:prstGeom prst="rect">
            <a:avLst/>
          </a:prstGeom>
        </p:spPr>
        <p:txBody>
          <a:bodyPr tIns="72000" bIns="0" anchor="t"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コンテンツ プレースホルダー 24"/>
          <p:cNvSpPr>
            <a:spLocks noGrp="1"/>
          </p:cNvSpPr>
          <p:nvPr>
            <p:ph sz="quarter" idx="19" hasCustomPrompt="1"/>
          </p:nvPr>
        </p:nvSpPr>
        <p:spPr>
          <a:xfrm>
            <a:off x="1" y="1211860"/>
            <a:ext cx="9143999" cy="4988915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F07345D-01FE-E6A4-0DD5-D94510ED4D7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713C24EA-4908-FAAB-A2A1-DABFE43164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76681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1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9"/>
          <p:cNvSpPr>
            <a:spLocks noGrp="1"/>
          </p:cNvSpPr>
          <p:nvPr>
            <p:ph type="body" sz="quarter" idx="50" hasCustomPrompt="1"/>
          </p:nvPr>
        </p:nvSpPr>
        <p:spPr>
          <a:xfrm>
            <a:off x="684213" y="1243529"/>
            <a:ext cx="7775575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5" name="図プレースホルダー 6"/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684213" y="1243529"/>
            <a:ext cx="7775575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757262"/>
            <a:ext cx="9143999" cy="4454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bg2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Enter a summary.</a:t>
            </a:r>
          </a:p>
        </p:txBody>
      </p:sp>
      <p:sp>
        <p:nvSpPr>
          <p:cNvPr id="7" name="タイトル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718D1872-B180-FD29-96AC-449E730B3EF8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E27B7BB1-A0E0-B170-252A-3492B88BAF69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50654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2 Image +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9"/>
          <p:cNvSpPr>
            <a:spLocks noGrp="1"/>
          </p:cNvSpPr>
          <p:nvPr>
            <p:ph type="body" sz="quarter" idx="50" hasCustomPrompt="1"/>
          </p:nvPr>
        </p:nvSpPr>
        <p:spPr>
          <a:xfrm>
            <a:off x="4647652" y="1243529"/>
            <a:ext cx="3812136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11" name="テキスト プレースホルダー 9"/>
          <p:cNvSpPr>
            <a:spLocks noGrp="1"/>
          </p:cNvSpPr>
          <p:nvPr>
            <p:ph type="body" sz="quarter" idx="51" hasCustomPrompt="1"/>
          </p:nvPr>
        </p:nvSpPr>
        <p:spPr>
          <a:xfrm>
            <a:off x="684212" y="1243529"/>
            <a:ext cx="3815427" cy="4957247"/>
          </a:xfrm>
          <a:prstGeom prst="rect">
            <a:avLst/>
          </a:prstGeom>
        </p:spPr>
        <p:txBody>
          <a:bodyPr wrap="none" lIns="0" tIns="2988000" r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6" name="図プレースホルダー 6"/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684213" y="1243529"/>
            <a:ext cx="3815426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757262"/>
            <a:ext cx="9143999" cy="445407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20" hasCustomPrompt="1"/>
          </p:nvPr>
        </p:nvSpPr>
        <p:spPr bwMode="white">
          <a:xfrm>
            <a:off x="4647652" y="1243529"/>
            <a:ext cx="3812136" cy="495724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23BAD9B-D529-3BFE-764D-0B76CB6D3D73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B488F249-BD78-57CB-182D-3F01339D374A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9918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Content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テキスト プレースホルダー 8">
            <a:extLst>
              <a:ext uri="{FF2B5EF4-FFF2-40B4-BE49-F238E27FC236}">
                <a16:creationId xmlns:a16="http://schemas.microsoft.com/office/drawing/2014/main" id="{DDB3B85C-D403-0711-F46F-45AC4B23C06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1" y="3928350"/>
            <a:ext cx="4808538" cy="206312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2" name="コンテンツ プレースホルダー 14">
            <a:extLst>
              <a:ext uri="{FF2B5EF4-FFF2-40B4-BE49-F238E27FC236}">
                <a16:creationId xmlns:a16="http://schemas.microsoft.com/office/drawing/2014/main" id="{AA02E44E-A981-8FA5-C0AD-80F040AFC70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8"/>
            <a:ext cx="3446461" cy="243547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3" name="コンテンツ プレースホルダー 14">
            <a:extLst>
              <a:ext uri="{FF2B5EF4-FFF2-40B4-BE49-F238E27FC236}">
                <a16:creationId xmlns:a16="http://schemas.microsoft.com/office/drawing/2014/main" id="{9D83450E-A71B-37CC-952F-3A36C19BB70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84213" y="3556005"/>
            <a:ext cx="3446461" cy="243547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018FB1C5-ED94-F443-BDC1-3C299415DD8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25EB2137-ABC4-5B1B-4ACB-FAA0074DE2E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5462" y="3556005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 marL="0" indent="0">
              <a:buFont typeface="Arial" panose="020B0604020202020204" pitchFamily="34" charset="0"/>
              <a:buNone/>
              <a:defRPr sz="2200" b="1"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</a:t>
            </a:r>
            <a:endParaRPr kumimoji="1" lang="en-US" altLang="ja-JP" dirty="0"/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0587335F-3FF5-F27A-2CD4-B641BBFD050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3"/>
            <a:ext cx="4808538" cy="206312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フッター プレースホルダー 16">
            <a:extLst>
              <a:ext uri="{FF2B5EF4-FFF2-40B4-BE49-F238E27FC236}">
                <a16:creationId xmlns:a16="http://schemas.microsoft.com/office/drawing/2014/main" id="{60B4456D-F0D2-4D8D-1797-DD44156F2C5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740478B3-90DE-E8A7-6724-E48FD4E30692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3050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Content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7DF4A34A-A56E-660B-1D63-1B269967B14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9"/>
            <a:ext cx="3446461" cy="2280660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CC36A0A4-FBBB-A3BF-233D-84416CB543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1442C828-4705-5F27-5FF2-3FDD143DBE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4"/>
            <a:ext cx="4808538" cy="190711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6" name="テキスト プレースホルダー 5">
            <a:extLst>
              <a:ext uri="{FF2B5EF4-FFF2-40B4-BE49-F238E27FC236}">
                <a16:creationId xmlns:a16="http://schemas.microsoft.com/office/drawing/2014/main" id="{B3BDF95F-DB45-3F40-120E-0270503C9F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50891"/>
            <a:ext cx="9144000" cy="456628"/>
          </a:xfrm>
          <a:prstGeom prst="rect">
            <a:avLst/>
          </a:prstGeom>
        </p:spPr>
        <p:txBody>
          <a:bodyPr tIns="0" bIns="3600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7" name="コンテンツ プレースホルダー 14">
            <a:extLst>
              <a:ext uri="{FF2B5EF4-FFF2-40B4-BE49-F238E27FC236}">
                <a16:creationId xmlns:a16="http://schemas.microsoft.com/office/drawing/2014/main" id="{4D36AE79-4302-C198-7504-8EEC8C418320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84213" y="3408589"/>
            <a:ext cx="3454797" cy="2280660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8" name="テキスト プレースホルダー 11">
            <a:extLst>
              <a:ext uri="{FF2B5EF4-FFF2-40B4-BE49-F238E27FC236}">
                <a16:creationId xmlns:a16="http://schemas.microsoft.com/office/drawing/2014/main" id="{71AFB5EA-09B0-184F-5682-3B2CA76EBA1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2" y="3408318"/>
            <a:ext cx="4808539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9" name="テキスト プレースホルダー 8">
            <a:extLst>
              <a:ext uri="{FF2B5EF4-FFF2-40B4-BE49-F238E27FC236}">
                <a16:creationId xmlns:a16="http://schemas.microsoft.com/office/drawing/2014/main" id="{F8F4D1DF-0991-F5B0-75C3-4FBB6E74A1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5462" y="3782134"/>
            <a:ext cx="4808537" cy="190711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0" name="フッター プレースホルダー 19">
            <a:extLst>
              <a:ext uri="{FF2B5EF4-FFF2-40B4-BE49-F238E27FC236}">
                <a16:creationId xmlns:a16="http://schemas.microsoft.com/office/drawing/2014/main" id="{85BB0808-7B0A-1240-D3F3-06597B4720F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52F108F4-76AD-4920-F04F-1C4E718AB0C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08791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Content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361763EF-6139-AE40-3742-34DB10E74A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8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6" name="テキスト プレースホルダー 11">
            <a:extLst>
              <a:ext uri="{FF2B5EF4-FFF2-40B4-BE49-F238E27FC236}">
                <a16:creationId xmlns:a16="http://schemas.microsoft.com/office/drawing/2014/main" id="{F4AFE541-2EB3-DD19-C885-9EBDC2EF62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4" name="テキスト プレースホルダー 8">
            <a:extLst>
              <a:ext uri="{FF2B5EF4-FFF2-40B4-BE49-F238E27FC236}">
                <a16:creationId xmlns:a16="http://schemas.microsoft.com/office/drawing/2014/main" id="{1EE0C5A8-2731-59FF-5CDC-A6ADCB2ECB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4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31A5ED1C-0286-F4C4-248B-7CBEAE6C8CE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84213" y="2704503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6" name="テキスト プレースホルダー 11">
            <a:extLst>
              <a:ext uri="{FF2B5EF4-FFF2-40B4-BE49-F238E27FC236}">
                <a16:creationId xmlns:a16="http://schemas.microsoft.com/office/drawing/2014/main" id="{0E581FF4-1B5A-BA95-DB93-96906D7136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35462" y="2704233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9" name="コンテンツ プレースホルダー 14">
            <a:extLst>
              <a:ext uri="{FF2B5EF4-FFF2-40B4-BE49-F238E27FC236}">
                <a16:creationId xmlns:a16="http://schemas.microsoft.com/office/drawing/2014/main" id="{381BBAAC-B059-3809-C0F1-9AD3F5EA845B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84213" y="4477788"/>
            <a:ext cx="3446461" cy="1642187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20" name="テキスト プレースホルダー 11">
            <a:extLst>
              <a:ext uri="{FF2B5EF4-FFF2-40B4-BE49-F238E27FC236}">
                <a16:creationId xmlns:a16="http://schemas.microsoft.com/office/drawing/2014/main" id="{8ED4299B-AF23-1B07-B78E-503911CD39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35462" y="447751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1" name="テキスト プレースホルダー 8">
            <a:extLst>
              <a:ext uri="{FF2B5EF4-FFF2-40B4-BE49-F238E27FC236}">
                <a16:creationId xmlns:a16="http://schemas.microsoft.com/office/drawing/2014/main" id="{DCA61415-4F07-16D3-5506-6790BF22715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35462" y="3078049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2" name="テキスト プレースホルダー 8">
            <a:extLst>
              <a:ext uri="{FF2B5EF4-FFF2-40B4-BE49-F238E27FC236}">
                <a16:creationId xmlns:a16="http://schemas.microsoft.com/office/drawing/2014/main" id="{8563CA27-F2C9-CF0E-B932-E0DD2CDCE1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462" y="4853301"/>
            <a:ext cx="4808538" cy="1268641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3" name="フッター プレースホルダー 22">
            <a:extLst>
              <a:ext uri="{FF2B5EF4-FFF2-40B4-BE49-F238E27FC236}">
                <a16:creationId xmlns:a16="http://schemas.microsoft.com/office/drawing/2014/main" id="{D8FF2F25-6440-99AC-71EC-00CA8DBF9C41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4" name="スライド番号プレースホルダー 23">
            <a:extLst>
              <a:ext uri="{FF2B5EF4-FFF2-40B4-BE49-F238E27FC236}">
                <a16:creationId xmlns:a16="http://schemas.microsoft.com/office/drawing/2014/main" id="{DF760E47-0393-B9FC-5DF0-AD882DF5D5C8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22851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Content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E72352EB-E70D-CE36-3E12-CB7017629D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934029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F6144262-02EB-DD8B-9C75-5706954EC3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462" y="933758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00A22BEA-1B82-9FE7-94C0-1AA54ABEAB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5462" y="1307575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テキスト プレースホルダー 5">
            <a:extLst>
              <a:ext uri="{FF2B5EF4-FFF2-40B4-BE49-F238E27FC236}">
                <a16:creationId xmlns:a16="http://schemas.microsoft.com/office/drawing/2014/main" id="{D2CABF28-164F-237A-A067-C85B4AE55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50891"/>
            <a:ext cx="9143999" cy="449884"/>
          </a:xfrm>
          <a:prstGeom prst="rect">
            <a:avLst/>
          </a:prstGeom>
        </p:spPr>
        <p:txBody>
          <a:bodyPr tIns="0" bIns="3600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8" name="コンテンツ プレースホルダー 14">
            <a:extLst>
              <a:ext uri="{FF2B5EF4-FFF2-40B4-BE49-F238E27FC236}">
                <a16:creationId xmlns:a16="http://schemas.microsoft.com/office/drawing/2014/main" id="{2A96FCCC-509F-E0A8-7A8B-6E0A5560A72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84213" y="2544175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9" name="テキスト プレースホルダー 11">
            <a:extLst>
              <a:ext uri="{FF2B5EF4-FFF2-40B4-BE49-F238E27FC236}">
                <a16:creationId xmlns:a16="http://schemas.microsoft.com/office/drawing/2014/main" id="{EB82FE9B-BD3B-0D9F-AFFE-9D05161B63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35462" y="2543904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0" name="テキスト プレースホルダー 8">
            <a:extLst>
              <a:ext uri="{FF2B5EF4-FFF2-40B4-BE49-F238E27FC236}">
                <a16:creationId xmlns:a16="http://schemas.microsoft.com/office/drawing/2014/main" id="{43164EEC-2D0F-CAA5-6981-F7A922AFEE4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5462" y="2917721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3" name="コンテンツ プレースホルダー 14">
            <a:extLst>
              <a:ext uri="{FF2B5EF4-FFF2-40B4-BE49-F238E27FC236}">
                <a16:creationId xmlns:a16="http://schemas.microsoft.com/office/drawing/2014/main" id="{961C29A6-36FD-4D08-C097-33B3FA49B5A4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84213" y="4151567"/>
            <a:ext cx="3446461" cy="1485321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24" name="テキスト プレースホルダー 11">
            <a:extLst>
              <a:ext uri="{FF2B5EF4-FFF2-40B4-BE49-F238E27FC236}">
                <a16:creationId xmlns:a16="http://schemas.microsoft.com/office/drawing/2014/main" id="{88747DA0-8CC9-E091-D278-45C8BBE3195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35462" y="4151296"/>
            <a:ext cx="4808537" cy="292095"/>
          </a:xfrm>
          <a:prstGeom prst="rect">
            <a:avLst/>
          </a:prstGeom>
        </p:spPr>
        <p:txBody>
          <a:bodyPr lIns="0" tIns="0" rIns="720000" bIns="0"/>
          <a:lstStyle>
            <a:lvl1pPr>
              <a:defRPr sz="2200" b="1"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25" name="テキスト プレースホルダー 8">
            <a:extLst>
              <a:ext uri="{FF2B5EF4-FFF2-40B4-BE49-F238E27FC236}">
                <a16:creationId xmlns:a16="http://schemas.microsoft.com/office/drawing/2014/main" id="{79A5A30D-834B-60D3-02D3-126E56F5DC9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35462" y="4525113"/>
            <a:ext cx="4808538" cy="1111775"/>
          </a:xfrm>
          <a:prstGeom prst="rect">
            <a:avLst/>
          </a:prstGeom>
        </p:spPr>
        <p:txBody>
          <a:bodyPr lIns="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26" name="フッター プレースホルダー 25">
            <a:extLst>
              <a:ext uri="{FF2B5EF4-FFF2-40B4-BE49-F238E27FC236}">
                <a16:creationId xmlns:a16="http://schemas.microsoft.com/office/drawing/2014/main" id="{8FF68A71-1A04-DE81-5A9D-595E6414205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7" name="スライド番号プレースホルダー 26">
            <a:extLst>
              <a:ext uri="{FF2B5EF4-FFF2-40B4-BE49-F238E27FC236}">
                <a16:creationId xmlns:a16="http://schemas.microsoft.com/office/drawing/2014/main" id="{F9793527-8B27-FAAD-D7B8-A688271EC57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17056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Content p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2" name="コンテンツ プレースホルダー 14">
            <a:extLst>
              <a:ext uri="{FF2B5EF4-FFF2-40B4-BE49-F238E27FC236}">
                <a16:creationId xmlns:a16="http://schemas.microsoft.com/office/drawing/2014/main" id="{12FE3499-35C8-76CD-635D-BACFEC9C6BC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4213" y="1235268"/>
            <a:ext cx="3484760" cy="2687699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3" name="テキスト プレースホルダー 16">
            <a:extLst>
              <a:ext uri="{FF2B5EF4-FFF2-40B4-BE49-F238E27FC236}">
                <a16:creationId xmlns:a16="http://schemas.microsoft.com/office/drawing/2014/main" id="{9AC2DB76-2553-EBC0-58B3-0A992F75AB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844510"/>
            <a:ext cx="4579619" cy="324039"/>
          </a:xfrm>
          <a:prstGeom prst="rect">
            <a:avLst/>
          </a:prstGeom>
        </p:spPr>
        <p:txBody>
          <a:bodyPr lIns="720000" tIns="0" rIns="360000" bIns="0"/>
          <a:lstStyle>
            <a:lvl1pPr algn="l">
              <a:defRPr sz="2200" b="1">
                <a:latin typeface="+mj-ea"/>
                <a:ea typeface="+mj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4" name="テキスト プレースホルダー 16">
            <a:extLst>
              <a:ext uri="{FF2B5EF4-FFF2-40B4-BE49-F238E27FC236}">
                <a16:creationId xmlns:a16="http://schemas.microsoft.com/office/drawing/2014/main" id="{85899F9A-C762-0FE0-1FC1-FA03CF98B9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9619" y="844510"/>
            <a:ext cx="4564381" cy="324039"/>
          </a:xfrm>
          <a:prstGeom prst="rect">
            <a:avLst/>
          </a:prstGeom>
        </p:spPr>
        <p:txBody>
          <a:bodyPr lIns="396000" tIns="0" rIns="720000" bIns="0"/>
          <a:lstStyle>
            <a:lvl1pPr algn="l">
              <a:defRPr sz="2200" b="1">
                <a:latin typeface="+mj-ea"/>
                <a:ea typeface="+mj-ea"/>
              </a:defRPr>
            </a:lvl1pPr>
          </a:lstStyle>
          <a:p>
            <a:pPr lvl="0"/>
            <a:r>
              <a:rPr lang="en-US" dirty="0"/>
              <a:t>Title</a:t>
            </a:r>
            <a:endParaRPr kumimoji="1" lang="ja-JP" altLang="en-US" dirty="0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BE18F6E9-E923-5DA3-D811-FB6A35FC9D0F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987925" y="1235268"/>
            <a:ext cx="3471863" cy="2687699"/>
          </a:xfrm>
          <a:prstGeom prst="rect">
            <a:avLst/>
          </a:prstGeom>
        </p:spPr>
        <p:txBody>
          <a:bodyPr lIns="0" tIns="0" rIns="0" bIns="180000" anchor="ctr"/>
          <a:lstStyle>
            <a:lvl1pPr algn="ctr">
              <a:defRPr sz="14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Insert image or graphic</a:t>
            </a:r>
          </a:p>
          <a:p>
            <a:pPr lvl="0"/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5A06E75B-65DE-3B1B-CF51-A95AC2C0FA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4026912"/>
            <a:ext cx="4579619" cy="1580982"/>
          </a:xfrm>
          <a:prstGeom prst="rect">
            <a:avLst/>
          </a:prstGeom>
        </p:spPr>
        <p:txBody>
          <a:bodyPr lIns="720000" tIns="0" rIns="36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7" name="テキスト プレースホルダー 8">
            <a:extLst>
              <a:ext uri="{FF2B5EF4-FFF2-40B4-BE49-F238E27FC236}">
                <a16:creationId xmlns:a16="http://schemas.microsoft.com/office/drawing/2014/main" id="{4A288FFD-D33A-2C5A-4D65-D69CA025B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9619" y="4026912"/>
            <a:ext cx="4564381" cy="1580982"/>
          </a:xfrm>
          <a:prstGeom prst="rect">
            <a:avLst/>
          </a:prstGeom>
        </p:spPr>
        <p:txBody>
          <a:bodyPr lIns="396000" tIns="0" rIns="72000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n-ea"/>
                <a:ea typeface="+mn-ea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8" name="テキスト プレースホルダー 5">
            <a:extLst>
              <a:ext uri="{FF2B5EF4-FFF2-40B4-BE49-F238E27FC236}">
                <a16:creationId xmlns:a16="http://schemas.microsoft.com/office/drawing/2014/main" id="{F87540F6-881B-E76F-9E20-16D5F3DA2F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689453"/>
            <a:ext cx="9144000" cy="445407"/>
          </a:xfrm>
          <a:prstGeom prst="rect">
            <a:avLst/>
          </a:prstGeom>
        </p:spPr>
        <p:txBody>
          <a:bodyPr lIns="720000" tIns="0" rIns="720000" bIns="0" anchor="b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 b="1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Enter a summary.</a:t>
            </a:r>
          </a:p>
        </p:txBody>
      </p:sp>
      <p:sp>
        <p:nvSpPr>
          <p:cNvPr id="19" name="フッター プレースホルダー 18">
            <a:extLst>
              <a:ext uri="{FF2B5EF4-FFF2-40B4-BE49-F238E27FC236}">
                <a16:creationId xmlns:a16="http://schemas.microsoft.com/office/drawing/2014/main" id="{B39863C6-41C8-7DE9-22E9-8F459C14AA5F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D3ED735D-B24C-A858-08B0-98D0C8114DE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76920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n-ex-Attached documents:Cover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CB197F-6AB0-51C9-B757-CE2A574B5369}"/>
              </a:ext>
            </a:extLst>
          </p:cNvPr>
          <p:cNvSpPr txBox="1"/>
          <p:nvPr userDrawn="1"/>
        </p:nvSpPr>
        <p:spPr>
          <a:xfrm>
            <a:off x="979409" y="2811596"/>
            <a:ext cx="48814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0" dirty="0">
                <a:solidFill>
                  <a:schemeClr val="bg1"/>
                </a:solidFill>
                <a:latin typeface="+mn-ea"/>
                <a:ea typeface="+mn-ea"/>
              </a:rPr>
              <a:t>Attached documents</a:t>
            </a:r>
            <a:endParaRPr lang="ja-JP" altLang="en-US" sz="40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0E16AC9-E723-E53E-0F36-AB8B24B60A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46" y="6230012"/>
            <a:ext cx="1040415" cy="592385"/>
          </a:xfrm>
          <a:prstGeom prst="rect">
            <a:avLst/>
          </a:prstGeom>
        </p:spPr>
      </p:pic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C28740AF-C803-713B-86EE-AE20C8B349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017313" y="6332076"/>
            <a:ext cx="78501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  <p:sp>
        <p:nvSpPr>
          <p:cNvPr id="7" name="フッター プレースホルダー 5">
            <a:extLst>
              <a:ext uri="{FF2B5EF4-FFF2-40B4-BE49-F238E27FC236}">
                <a16:creationId xmlns:a16="http://schemas.microsoft.com/office/drawing/2014/main" id="{EE901060-BC89-3504-96CA-EB7F73AB41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06648" y="6269161"/>
            <a:ext cx="4623616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F14BBED-60DF-5A45-29AF-C11D9CAA8DB6}"/>
              </a:ext>
            </a:extLst>
          </p:cNvPr>
          <p:cNvSpPr txBox="1"/>
          <p:nvPr userDrawn="1"/>
        </p:nvSpPr>
        <p:spPr>
          <a:xfrm>
            <a:off x="1305878" y="6525605"/>
            <a:ext cx="1624163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 dirty="0">
                <a:solidFill>
                  <a:srgbClr val="FFFFFF"/>
                </a:solidFill>
                <a:latin typeface="+mn-ea"/>
                <a:ea typeface="+mn-ea"/>
              </a:rPr>
              <a:t>© DENSO CORPORATION</a:t>
            </a:r>
            <a:r>
              <a:rPr kumimoji="1" lang="en-US" altLang="ja-JP" sz="550" spc="0" baseline="0" dirty="0">
                <a:solidFill>
                  <a:srgbClr val="FFFFFF"/>
                </a:solidFill>
                <a:latin typeface="+mn-ea"/>
                <a:ea typeface="+mn-ea"/>
              </a:rPr>
              <a:t> All Rights Reserved.</a:t>
            </a:r>
            <a:endParaRPr kumimoji="1" lang="ja-JP" altLang="en-US" sz="550" spc="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12842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Attached docu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0" y="708846"/>
            <a:ext cx="9144001" cy="5491929"/>
          </a:xfrm>
          <a:prstGeom prst="rect">
            <a:avLst/>
          </a:prstGeom>
          <a:noFill/>
        </p:spPr>
        <p:txBody>
          <a:bodyPr lIns="720000" tIns="180000" rIns="720000" bIns="0" anchor="t" anchorCtr="0"/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400">
                <a:latin typeface="+mn-ea"/>
                <a:ea typeface="+mn-ea"/>
              </a:defRPr>
            </a:lvl3pPr>
            <a:lvl4pPr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AAAA8A27-D10A-D147-F893-2C1CD48F7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986" y="254791"/>
            <a:ext cx="6858916" cy="41577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6" name="角丸四角形 6">
            <a:extLst>
              <a:ext uri="{FF2B5EF4-FFF2-40B4-BE49-F238E27FC236}">
                <a16:creationId xmlns:a16="http://schemas.microsoft.com/office/drawing/2014/main" id="{32986A0E-4882-C69D-8A9F-9B03D81D3CC0}"/>
              </a:ext>
            </a:extLst>
          </p:cNvPr>
          <p:cNvSpPr/>
          <p:nvPr userDrawn="1"/>
        </p:nvSpPr>
        <p:spPr>
          <a:xfrm>
            <a:off x="-1" y="252409"/>
            <a:ext cx="1293019" cy="418152"/>
          </a:xfrm>
          <a:custGeom>
            <a:avLst/>
            <a:gdLst>
              <a:gd name="connsiteX0" fmla="*/ 0 w 1097756"/>
              <a:gd name="connsiteY0" fmla="*/ 0 h 415770"/>
              <a:gd name="connsiteX1" fmla="*/ 0 w 1097756"/>
              <a:gd name="connsiteY1" fmla="*/ 0 h 415770"/>
              <a:gd name="connsiteX2" fmla="*/ 1097756 w 1097756"/>
              <a:gd name="connsiteY2" fmla="*/ 0 h 415770"/>
              <a:gd name="connsiteX3" fmla="*/ 1097756 w 1097756"/>
              <a:gd name="connsiteY3" fmla="*/ 0 h 415770"/>
              <a:gd name="connsiteX4" fmla="*/ 1097756 w 1097756"/>
              <a:gd name="connsiteY4" fmla="*/ 415770 h 415770"/>
              <a:gd name="connsiteX5" fmla="*/ 1097756 w 1097756"/>
              <a:gd name="connsiteY5" fmla="*/ 415770 h 415770"/>
              <a:gd name="connsiteX6" fmla="*/ 0 w 1097756"/>
              <a:gd name="connsiteY6" fmla="*/ 415770 h 415770"/>
              <a:gd name="connsiteX7" fmla="*/ 0 w 1097756"/>
              <a:gd name="connsiteY7" fmla="*/ 415770 h 415770"/>
              <a:gd name="connsiteX8" fmla="*/ 0 w 1097756"/>
              <a:gd name="connsiteY8" fmla="*/ 0 h 415770"/>
              <a:gd name="connsiteX0" fmla="*/ 0 w 1216819"/>
              <a:gd name="connsiteY0" fmla="*/ 0 h 415770"/>
              <a:gd name="connsiteX1" fmla="*/ 0 w 1216819"/>
              <a:gd name="connsiteY1" fmla="*/ 0 h 415770"/>
              <a:gd name="connsiteX2" fmla="*/ 1097756 w 1216819"/>
              <a:gd name="connsiteY2" fmla="*/ 0 h 415770"/>
              <a:gd name="connsiteX3" fmla="*/ 1216819 w 1216819"/>
              <a:gd name="connsiteY3" fmla="*/ 0 h 415770"/>
              <a:gd name="connsiteX4" fmla="*/ 1097756 w 1216819"/>
              <a:gd name="connsiteY4" fmla="*/ 415770 h 415770"/>
              <a:gd name="connsiteX5" fmla="*/ 1097756 w 1216819"/>
              <a:gd name="connsiteY5" fmla="*/ 415770 h 415770"/>
              <a:gd name="connsiteX6" fmla="*/ 0 w 1216819"/>
              <a:gd name="connsiteY6" fmla="*/ 415770 h 415770"/>
              <a:gd name="connsiteX7" fmla="*/ 0 w 1216819"/>
              <a:gd name="connsiteY7" fmla="*/ 415770 h 415770"/>
              <a:gd name="connsiteX8" fmla="*/ 0 w 1216819"/>
              <a:gd name="connsiteY8" fmla="*/ 0 h 415770"/>
              <a:gd name="connsiteX0" fmla="*/ 0 w 1223579"/>
              <a:gd name="connsiteY0" fmla="*/ 2382 h 418152"/>
              <a:gd name="connsiteX1" fmla="*/ 0 w 1223579"/>
              <a:gd name="connsiteY1" fmla="*/ 2382 h 418152"/>
              <a:gd name="connsiteX2" fmla="*/ 1097756 w 1223579"/>
              <a:gd name="connsiteY2" fmla="*/ 2382 h 418152"/>
              <a:gd name="connsiteX3" fmla="*/ 1223579 w 1223579"/>
              <a:gd name="connsiteY3" fmla="*/ 0 h 418152"/>
              <a:gd name="connsiteX4" fmla="*/ 1097756 w 1223579"/>
              <a:gd name="connsiteY4" fmla="*/ 418152 h 418152"/>
              <a:gd name="connsiteX5" fmla="*/ 1097756 w 1223579"/>
              <a:gd name="connsiteY5" fmla="*/ 418152 h 418152"/>
              <a:gd name="connsiteX6" fmla="*/ 0 w 1223579"/>
              <a:gd name="connsiteY6" fmla="*/ 418152 h 418152"/>
              <a:gd name="connsiteX7" fmla="*/ 0 w 1223579"/>
              <a:gd name="connsiteY7" fmla="*/ 418152 h 418152"/>
              <a:gd name="connsiteX8" fmla="*/ 0 w 1223579"/>
              <a:gd name="connsiteY8" fmla="*/ 2382 h 41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579" h="418152">
                <a:moveTo>
                  <a:pt x="0" y="2382"/>
                </a:moveTo>
                <a:lnTo>
                  <a:pt x="0" y="2382"/>
                </a:lnTo>
                <a:lnTo>
                  <a:pt x="1097756" y="2382"/>
                </a:lnTo>
                <a:lnTo>
                  <a:pt x="1223579" y="0"/>
                </a:lnTo>
                <a:lnTo>
                  <a:pt x="1097756" y="418152"/>
                </a:lnTo>
                <a:lnTo>
                  <a:pt x="1097756" y="418152"/>
                </a:lnTo>
                <a:lnTo>
                  <a:pt x="0" y="418152"/>
                </a:lnTo>
                <a:lnTo>
                  <a:pt x="0" y="418152"/>
                </a:lnTo>
                <a:lnTo>
                  <a:pt x="0" y="23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65DAD04-C0A8-C652-1D66-EC985D487C85}"/>
              </a:ext>
            </a:extLst>
          </p:cNvPr>
          <p:cNvSpPr txBox="1"/>
          <p:nvPr userDrawn="1"/>
        </p:nvSpPr>
        <p:spPr>
          <a:xfrm>
            <a:off x="335061" y="293773"/>
            <a:ext cx="894797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00"/>
              </a:lnSpc>
            </a:pPr>
            <a:r>
              <a:rPr kumimoji="1" lang="en-US" altLang="ja-JP" sz="1000" dirty="0">
                <a:solidFill>
                  <a:schemeClr val="bg1"/>
                </a:solidFill>
              </a:rPr>
              <a:t>Attached</a:t>
            </a:r>
          </a:p>
          <a:p>
            <a:pPr>
              <a:lnSpc>
                <a:spcPts val="1000"/>
              </a:lnSpc>
            </a:pPr>
            <a:r>
              <a:rPr kumimoji="1" lang="en-US" altLang="ja-JP" sz="1000" dirty="0">
                <a:solidFill>
                  <a:schemeClr val="bg1"/>
                </a:solidFill>
              </a:rPr>
              <a:t>documents</a:t>
            </a:r>
            <a:endParaRPr kumimoji="1" lang="ja-JP" altLang="en-US" sz="1000" dirty="0">
              <a:solidFill>
                <a:schemeClr val="bg1"/>
              </a:solidFill>
            </a:endParaRPr>
          </a:p>
        </p:txBody>
      </p:sp>
      <p:sp>
        <p:nvSpPr>
          <p:cNvPr id="11" name="フッター プレースホルダー 10">
            <a:extLst>
              <a:ext uri="{FF2B5EF4-FFF2-40B4-BE49-F238E27FC236}">
                <a16:creationId xmlns:a16="http://schemas.microsoft.com/office/drawing/2014/main" id="{DCF7F5B8-5235-5DDD-4A0F-BB2FF83E06C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282CED94-ADA8-015E-DEB9-14F5E6D79EA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2407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ex-Page with diagon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7A108BC6-4031-2341-B800-43926DEABA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672667" y="3921291"/>
            <a:ext cx="3471333" cy="689201"/>
          </a:xfrm>
          <a:prstGeom prst="rect">
            <a:avLst/>
          </a:prstGeom>
        </p:spPr>
        <p:txBody>
          <a:bodyPr tIns="468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GML-Global Multimedia Library.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A6CB1563-BB6E-B0CB-5F6F-914BCDFB416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672667" y="3927795"/>
            <a:ext cx="3471333" cy="689201"/>
          </a:xfrm>
          <a:prstGeom prst="rect">
            <a:avLst/>
          </a:prstGeom>
        </p:spPr>
        <p:txBody>
          <a:bodyPr tIns="252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We recommended using images downloaded from</a:t>
            </a:r>
            <a:endParaRPr kumimoji="1" lang="ja-JP" altLang="en-US" dirty="0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376FDDBC-A96F-9C4C-267C-A2B4645020C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72667" y="3928104"/>
            <a:ext cx="3471333" cy="689201"/>
          </a:xfrm>
          <a:prstGeom prst="rect">
            <a:avLst/>
          </a:prstGeom>
        </p:spPr>
        <p:txBody>
          <a:bodyPr tIns="36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10" name="図プレースホルダー 9">
            <a:extLst>
              <a:ext uri="{FF2B5EF4-FFF2-40B4-BE49-F238E27FC236}">
                <a16:creationId xmlns:a16="http://schemas.microsoft.com/office/drawing/2014/main" id="{D5748E1D-CEEA-7283-D80C-4340A847E31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white">
          <a:xfrm>
            <a:off x="4707752" y="0"/>
            <a:ext cx="4437836" cy="6858000"/>
          </a:xfrm>
          <a:custGeom>
            <a:avLst/>
            <a:gdLst>
              <a:gd name="connsiteX0" fmla="*/ 0 w 4436248"/>
              <a:gd name="connsiteY0" fmla="*/ 0 h 6912769"/>
              <a:gd name="connsiteX1" fmla="*/ 4436248 w 4436248"/>
              <a:gd name="connsiteY1" fmla="*/ 0 h 6912769"/>
              <a:gd name="connsiteX2" fmla="*/ 4436248 w 4436248"/>
              <a:gd name="connsiteY2" fmla="*/ 6912769 h 6912769"/>
              <a:gd name="connsiteX3" fmla="*/ 0 w 4436248"/>
              <a:gd name="connsiteY3" fmla="*/ 6912769 h 6912769"/>
              <a:gd name="connsiteX4" fmla="*/ 0 w 4436248"/>
              <a:gd name="connsiteY4" fmla="*/ 0 h 6912769"/>
              <a:gd name="connsiteX0" fmla="*/ 2194560 w 4436248"/>
              <a:gd name="connsiteY0" fmla="*/ 0 h 6920389"/>
              <a:gd name="connsiteX1" fmla="*/ 4436248 w 4436248"/>
              <a:gd name="connsiteY1" fmla="*/ 7620 h 6920389"/>
              <a:gd name="connsiteX2" fmla="*/ 4436248 w 4436248"/>
              <a:gd name="connsiteY2" fmla="*/ 6920389 h 6920389"/>
              <a:gd name="connsiteX3" fmla="*/ 0 w 4436248"/>
              <a:gd name="connsiteY3" fmla="*/ 6920389 h 6920389"/>
              <a:gd name="connsiteX4" fmla="*/ 2194560 w 4436248"/>
              <a:gd name="connsiteY4" fmla="*/ 0 h 6920389"/>
              <a:gd name="connsiteX0" fmla="*/ 2194560 w 4437835"/>
              <a:gd name="connsiteY0" fmla="*/ 0 h 6920389"/>
              <a:gd name="connsiteX1" fmla="*/ 4437835 w 4437835"/>
              <a:gd name="connsiteY1" fmla="*/ 1212 h 6920389"/>
              <a:gd name="connsiteX2" fmla="*/ 4436248 w 4437835"/>
              <a:gd name="connsiteY2" fmla="*/ 6920389 h 6920389"/>
              <a:gd name="connsiteX3" fmla="*/ 0 w 4437835"/>
              <a:gd name="connsiteY3" fmla="*/ 6920389 h 6920389"/>
              <a:gd name="connsiteX4" fmla="*/ 2194560 w 4437835"/>
              <a:gd name="connsiteY4" fmla="*/ 0 h 6920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835" h="6920389">
                <a:moveTo>
                  <a:pt x="2194560" y="0"/>
                </a:moveTo>
                <a:lnTo>
                  <a:pt x="4437835" y="1212"/>
                </a:lnTo>
                <a:lnTo>
                  <a:pt x="4436248" y="6920389"/>
                </a:lnTo>
                <a:lnTo>
                  <a:pt x="0" y="6920389"/>
                </a:lnTo>
                <a:lnTo>
                  <a:pt x="2194560" y="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</p:spPr>
        <p:txBody>
          <a:bodyPr lIns="720000" tIns="0" rIns="0" bIns="900000" anchor="ctr"/>
          <a:lstStyle>
            <a:lvl1pPr algn="ctr">
              <a:defRPr sz="18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     </a:t>
            </a:r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12" name="テキスト プレースホルダー 8">
            <a:extLst>
              <a:ext uri="{FF2B5EF4-FFF2-40B4-BE49-F238E27FC236}">
                <a16:creationId xmlns:a16="http://schemas.microsoft.com/office/drawing/2014/main" id="{BA36B85F-48C6-AA07-4E36-8A01F51EBC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6683" y="1368113"/>
            <a:ext cx="5223582" cy="406713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defRPr sz="1800">
                <a:latin typeface="+mn-ea"/>
                <a:ea typeface="+mn-ea"/>
              </a:defRPr>
            </a:lvl1pPr>
            <a:lvl2pPr>
              <a:lnSpc>
                <a:spcPct val="100000"/>
              </a:lnSpc>
              <a:defRPr sz="1600">
                <a:latin typeface="+mn-ea"/>
                <a:ea typeface="+mn-ea"/>
              </a:defRPr>
            </a:lvl2pPr>
            <a:lvl3pPr>
              <a:lnSpc>
                <a:spcPct val="100000"/>
              </a:lnSpc>
              <a:defRPr sz="1400">
                <a:latin typeface="+mn-ea"/>
                <a:ea typeface="+mn-ea"/>
              </a:defRPr>
            </a:lvl3pPr>
            <a:lvl4pPr>
              <a:lnSpc>
                <a:spcPct val="100000"/>
              </a:lnSpc>
              <a:defRPr sz="1200">
                <a:latin typeface="+mn-ea"/>
                <a:ea typeface="+mn-ea"/>
              </a:defRPr>
            </a:lvl4pPr>
          </a:lstStyle>
          <a:p>
            <a:pPr lvl="0"/>
            <a:r>
              <a:rPr kumimoji="1" lang="en-US" altLang="ja-JP" dirty="0"/>
              <a:t>Enter the text.</a:t>
            </a:r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5D00B887-20A9-3EB9-0ECB-5F859C841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820407"/>
            <a:ext cx="8104689" cy="41577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14" name="フッター プレースホルダー 13">
            <a:extLst>
              <a:ext uri="{FF2B5EF4-FFF2-40B4-BE49-F238E27FC236}">
                <a16:creationId xmlns:a16="http://schemas.microsoft.com/office/drawing/2014/main" id="{5B843D00-D14F-F0FB-2A55-D387AA7E382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80054351-CE73-AEC4-B4E2-0DA59E438F0F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25983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n-ex-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984FA175-4DF8-0ED4-8928-0051AAB004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0" y="2"/>
            <a:ext cx="9144000" cy="6850062"/>
          </a:xfrm>
          <a:prstGeom prst="rect">
            <a:avLst/>
          </a:prstGeom>
        </p:spPr>
        <p:txBody>
          <a:bodyPr tIns="4320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We recommended using images downloaded from GML-Global Multimedia Library.</a:t>
            </a:r>
            <a:endParaRPr kumimoji="1" lang="ja-JP" altLang="en-US" dirty="0"/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DDEC8A4D-A686-FC8D-6EE3-61C0A206BD4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tIns="4104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 have no copyright issues.</a:t>
            </a:r>
            <a:endParaRPr kumimoji="1" lang="ja-JP" altLang="en-US" dirty="0"/>
          </a:p>
        </p:txBody>
      </p:sp>
      <p:sp>
        <p:nvSpPr>
          <p:cNvPr id="8" name="図プレースホルダー 5">
            <a:extLst>
              <a:ext uri="{FF2B5EF4-FFF2-40B4-BE49-F238E27FC236}">
                <a16:creationId xmlns:a16="http://schemas.microsoft.com/office/drawing/2014/main" id="{C30DF6C3-2EF3-D50F-9C59-DA886B97B4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white">
          <a:xfrm>
            <a:off x="0" y="1"/>
            <a:ext cx="9144000" cy="6857999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0" tIns="0" rIns="0" bIns="900000" anchor="ctr"/>
          <a:lstStyle>
            <a:lvl1pPr algn="ctr">
              <a:defRPr sz="2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21DDE2ED-513E-180D-265C-ADDCB288274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5263" y="6226643"/>
            <a:ext cx="1046134" cy="59802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kumimoji="1" lang="ja-JP" altLang="en-US" dirty="0"/>
              <a:t>　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DB34FC73-303A-73D2-68E6-F30A1B4099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54931" y="6553198"/>
            <a:ext cx="1754982" cy="14461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kumimoji="1" lang="ja-JP" altLang="en-US" dirty="0"/>
              <a:t>　</a:t>
            </a:r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EB3B9097-75DA-7D80-22C4-2C9A52FEBAA7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2E714211-7342-ABA7-3BFE-6C7293DEA223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</p:spTree>
    <p:extLst>
      <p:ext uri="{BB962C8B-B14F-4D97-AF65-F5344CB8AC3E}">
        <p14:creationId xmlns:p14="http://schemas.microsoft.com/office/powerpoint/2010/main" val="12720071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n-ex-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5D39621B-0CF1-5618-2288-5CF09F5B594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610348" y="7937"/>
            <a:ext cx="2535647" cy="6850063"/>
          </a:xfrm>
          <a:prstGeom prst="rect">
            <a:avLst/>
          </a:prstGeom>
        </p:spPr>
        <p:txBody>
          <a:bodyPr tIns="4968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GML-Global Multimedia Library.</a:t>
            </a:r>
            <a:endParaRPr kumimoji="1" lang="ja-JP" altLang="en-US" dirty="0"/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78057D26-308B-7307-90A0-24D347A035E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536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We recommended using</a:t>
            </a:r>
            <a:endParaRPr kumimoji="1" lang="ja-JP" altLang="en-US" dirty="0"/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E2A9E319-E8EE-7887-A848-56748289606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104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Please use images that</a:t>
            </a:r>
            <a:endParaRPr kumimoji="1" lang="ja-JP" altLang="en-US" dirty="0"/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185293F9-6779-6F4C-92C0-11F611FCB16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320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have no copyright issues.</a:t>
            </a:r>
            <a:endParaRPr kumimoji="1" lang="ja-JP" alt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8086BE8A-EE26-F6E0-9D05-A5B95D6C764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10350" y="7937"/>
            <a:ext cx="2533650" cy="6850063"/>
          </a:xfrm>
          <a:prstGeom prst="rect">
            <a:avLst/>
          </a:prstGeom>
        </p:spPr>
        <p:txBody>
          <a:bodyPr tIns="47520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images downloaded from</a:t>
            </a:r>
            <a:endParaRPr kumimoji="1" lang="ja-JP" altLang="en-US" dirty="0"/>
          </a:p>
        </p:txBody>
      </p:sp>
      <p:sp>
        <p:nvSpPr>
          <p:cNvPr id="8" name="図プレースホルダー 21">
            <a:extLst>
              <a:ext uri="{FF2B5EF4-FFF2-40B4-BE49-F238E27FC236}">
                <a16:creationId xmlns:a16="http://schemas.microsoft.com/office/drawing/2014/main" id="{EEF5FB96-8A22-FEEF-5DF6-A504F256521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white">
          <a:xfrm>
            <a:off x="3577195" y="1"/>
            <a:ext cx="5920845" cy="6857999"/>
          </a:xfrm>
          <a:custGeom>
            <a:avLst/>
            <a:gdLst>
              <a:gd name="connsiteX0" fmla="*/ 0 w 5548312"/>
              <a:gd name="connsiteY0" fmla="*/ 0 h 6864350"/>
              <a:gd name="connsiteX1" fmla="*/ 5548312 w 5548312"/>
              <a:gd name="connsiteY1" fmla="*/ 0 h 6864350"/>
              <a:gd name="connsiteX2" fmla="*/ 5548312 w 5548312"/>
              <a:gd name="connsiteY2" fmla="*/ 6864350 h 6864350"/>
              <a:gd name="connsiteX3" fmla="*/ 0 w 5548312"/>
              <a:gd name="connsiteY3" fmla="*/ 6864350 h 6864350"/>
              <a:gd name="connsiteX4" fmla="*/ 0 w 5548312"/>
              <a:gd name="connsiteY4" fmla="*/ 0 h 6864350"/>
              <a:gd name="connsiteX0" fmla="*/ 1995487 w 5548312"/>
              <a:gd name="connsiteY0" fmla="*/ 0 h 6869113"/>
              <a:gd name="connsiteX1" fmla="*/ 5548312 w 5548312"/>
              <a:gd name="connsiteY1" fmla="*/ 4763 h 6869113"/>
              <a:gd name="connsiteX2" fmla="*/ 5548312 w 5548312"/>
              <a:gd name="connsiteY2" fmla="*/ 6869113 h 6869113"/>
              <a:gd name="connsiteX3" fmla="*/ 0 w 5548312"/>
              <a:gd name="connsiteY3" fmla="*/ 6869113 h 6869113"/>
              <a:gd name="connsiteX4" fmla="*/ 1995487 w 5548312"/>
              <a:gd name="connsiteY4" fmla="*/ 0 h 6869113"/>
              <a:gd name="connsiteX0" fmla="*/ 1657159 w 5548312"/>
              <a:gd name="connsiteY0" fmla="*/ 4381 h 6864350"/>
              <a:gd name="connsiteX1" fmla="*/ 5548312 w 5548312"/>
              <a:gd name="connsiteY1" fmla="*/ 0 h 6864350"/>
              <a:gd name="connsiteX2" fmla="*/ 5548312 w 5548312"/>
              <a:gd name="connsiteY2" fmla="*/ 6864350 h 6864350"/>
              <a:gd name="connsiteX3" fmla="*/ 0 w 5548312"/>
              <a:gd name="connsiteY3" fmla="*/ 6864350 h 6864350"/>
              <a:gd name="connsiteX4" fmla="*/ 1657159 w 5548312"/>
              <a:gd name="connsiteY4" fmla="*/ 4381 h 6864350"/>
              <a:gd name="connsiteX0" fmla="*/ 2029692 w 5920845"/>
              <a:gd name="connsiteY0" fmla="*/ 4381 h 6864350"/>
              <a:gd name="connsiteX1" fmla="*/ 5920845 w 5920845"/>
              <a:gd name="connsiteY1" fmla="*/ 0 h 6864350"/>
              <a:gd name="connsiteX2" fmla="*/ 5920845 w 5920845"/>
              <a:gd name="connsiteY2" fmla="*/ 6864350 h 6864350"/>
              <a:gd name="connsiteX3" fmla="*/ 0 w 5920845"/>
              <a:gd name="connsiteY3" fmla="*/ 6864350 h 6864350"/>
              <a:gd name="connsiteX4" fmla="*/ 2029692 w 5920845"/>
              <a:gd name="connsiteY4" fmla="*/ 4381 h 6864350"/>
              <a:gd name="connsiteX0" fmla="*/ 2025459 w 5920845"/>
              <a:gd name="connsiteY0" fmla="*/ 148 h 6864350"/>
              <a:gd name="connsiteX1" fmla="*/ 5920845 w 5920845"/>
              <a:gd name="connsiteY1" fmla="*/ 0 h 6864350"/>
              <a:gd name="connsiteX2" fmla="*/ 5920845 w 5920845"/>
              <a:gd name="connsiteY2" fmla="*/ 6864350 h 6864350"/>
              <a:gd name="connsiteX3" fmla="*/ 0 w 5920845"/>
              <a:gd name="connsiteY3" fmla="*/ 6864350 h 6864350"/>
              <a:gd name="connsiteX4" fmla="*/ 2025459 w 5920845"/>
              <a:gd name="connsiteY4" fmla="*/ 148 h 686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0845" h="6864350">
                <a:moveTo>
                  <a:pt x="2025459" y="148"/>
                </a:moveTo>
                <a:lnTo>
                  <a:pt x="5920845" y="0"/>
                </a:lnTo>
                <a:lnTo>
                  <a:pt x="5920845" y="6864350"/>
                </a:lnTo>
                <a:lnTo>
                  <a:pt x="0" y="6864350"/>
                </a:lnTo>
                <a:lnTo>
                  <a:pt x="2025459" y="148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</p:spPr>
        <p:txBody>
          <a:bodyPr lIns="2520000" tIns="0" rIns="0" bIns="0" anchor="ctr"/>
          <a:lstStyle>
            <a:lvl1pPr algn="ctr"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←</a:t>
            </a:r>
            <a:r>
              <a:rPr kumimoji="1" lang="en-US" altLang="ja-JP" dirty="0"/>
              <a:t>Click to add a picture.</a:t>
            </a:r>
            <a:endParaRPr kumimoji="1" lang="ja-JP" altLang="en-US" dirty="0"/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7EB2719A-1D92-9411-CE6B-467A4FF5FC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661035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828000" tIns="360000" rIns="360000" bIns="360000" anchor="ctr" anchorCtr="0"/>
          <a:lstStyle>
            <a:lvl1pPr>
              <a:lnSpc>
                <a:spcPct val="100000"/>
              </a:lnSpc>
              <a:defRPr sz="3000" b="0" i="1" spc="0">
                <a:solidFill>
                  <a:schemeClr val="bg2"/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kumimoji="1" lang="en-US" altLang="ja-JP" dirty="0"/>
              <a:t>Enter the closing message.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E3FBB16C-5C78-2B98-C8D5-A0C7B98D9D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5263" y="6226643"/>
            <a:ext cx="1046134" cy="59802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　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CED67D97-E392-A5D2-8857-D4F5DA3127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54932" y="6552556"/>
            <a:ext cx="1507332" cy="14287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　</a:t>
            </a:r>
          </a:p>
        </p:txBody>
      </p:sp>
      <p:sp>
        <p:nvSpPr>
          <p:cNvPr id="17" name="フッター プレースホルダー 16">
            <a:extLst>
              <a:ext uri="{FF2B5EF4-FFF2-40B4-BE49-F238E27FC236}">
                <a16:creationId xmlns:a16="http://schemas.microsoft.com/office/drawing/2014/main" id="{1D691D15-CD74-DB8B-4DA9-D2D02B2A34FD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475F5BEF-8FB9-92C5-6A0B-9105D030FA26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345066-4952-40C1-BC8B-CE2851EC3EF2}" type="slidenum">
              <a:rPr lang="ja-JP" altLang="en-US" smtClean="0"/>
              <a:pPr/>
              <a:t>‹#›</a:t>
            </a:fld>
            <a:endParaRPr lang="en-US" altLang="ja-JP" sz="1000" dirty="0"/>
          </a:p>
        </p:txBody>
      </p:sp>
    </p:spTree>
    <p:extLst>
      <p:ext uri="{BB962C8B-B14F-4D97-AF65-F5344CB8AC3E}">
        <p14:creationId xmlns:p14="http://schemas.microsoft.com/office/powerpoint/2010/main" val="6993127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n-ex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861126D-A6E2-F20C-CFFE-3591054B0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63850" y="2820025"/>
            <a:ext cx="3440110" cy="131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4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image" Target="../media/image11.png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image" Target="../media/image14.png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 bwMode="white">
          <a:xfrm>
            <a:off x="0" y="3"/>
            <a:ext cx="9144000" cy="6243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+mn-ea"/>
              <a:ea typeface="+mn-ea"/>
            </a:endParaRPr>
          </a:p>
        </p:txBody>
      </p:sp>
      <p:sp>
        <p:nvSpPr>
          <p:cNvPr id="3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2" y="254791"/>
            <a:ext cx="7852340" cy="415770"/>
          </a:xfrm>
          <a:prstGeom prst="rect">
            <a:avLst/>
          </a:prstGeom>
        </p:spPr>
        <p:txBody>
          <a:bodyPr vert="horz" lIns="396000" tIns="45720" rIns="91440" bIns="45720" rtlCol="0" anchor="t" anchorCtr="0">
            <a:noAutofit/>
          </a:bodyPr>
          <a:lstStyle/>
          <a:p>
            <a:r>
              <a:rPr kumimoji="1" lang="en-US" altLang="ja-JP" dirty="0"/>
              <a:t>Formatting Master Titles</a:t>
            </a:r>
            <a:endParaRPr kumimoji="1" lang="ja-JP" altLang="en-US" dirty="0"/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D02E56DA-EA54-4615-9B27-1B1EEB106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17313" y="6332076"/>
            <a:ext cx="785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base">
              <a:defRPr sz="14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F1C6E759-0AB6-D6C1-D696-EEAB624A717C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76239" y="6405187"/>
            <a:ext cx="680058" cy="25926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202168F-D1E7-4567-F05A-7AE75F8C109C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341" y="295989"/>
            <a:ext cx="925173" cy="296951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5E0D8DF-3E2F-DCF4-E2FC-5660C45A3CFF}"/>
              </a:ext>
            </a:extLst>
          </p:cNvPr>
          <p:cNvSpPr txBox="1"/>
          <p:nvPr userDrawn="1"/>
        </p:nvSpPr>
        <p:spPr>
          <a:xfrm>
            <a:off x="1305878" y="6525605"/>
            <a:ext cx="1827744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© DENSO CORPORATION</a:t>
            </a:r>
            <a:r>
              <a:rPr kumimoji="1" lang="en-US" altLang="ja-JP" sz="550" spc="0" baseline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All Rights Reserved.</a:t>
            </a:r>
            <a:endParaRPr kumimoji="1" lang="ja-JP" altLang="en-US" sz="550" spc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フッター プレースホルダー 3">
            <a:extLst>
              <a:ext uri="{FF2B5EF4-FFF2-40B4-BE49-F238E27FC236}">
                <a16:creationId xmlns:a16="http://schemas.microsoft.com/office/drawing/2014/main" id="{FCA9C613-756E-0E07-1406-DDC437465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06648" y="6269161"/>
            <a:ext cx="4623616" cy="365125"/>
          </a:xfrm>
          <a:prstGeom prst="rect">
            <a:avLst/>
          </a:prstGeom>
        </p:spPr>
        <p:txBody>
          <a:bodyPr anchor="ctr"/>
          <a:lstStyle>
            <a:lvl1pPr>
              <a:defRPr lang="ja-JP" altLang="en-US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4D0527-AE2E-DEF7-F077-EDEC33B2F2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87825" y="635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429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8" r:id="rId16"/>
    <p:sldLayoutId id="2147483839" r:id="rId17"/>
    <p:sldLayoutId id="2147483840" r:id="rId18"/>
    <p:sldLayoutId id="2147483841" r:id="rId19"/>
    <p:sldLayoutId id="2147483842" r:id="rId20"/>
    <p:sldLayoutId id="2147483843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65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431" userDrawn="1">
          <p15:clr>
            <a:srgbClr val="F26B43"/>
          </p15:clr>
        </p15:guide>
        <p15:guide id="3" pos="5329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pos="57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 bwMode="white">
          <a:xfrm>
            <a:off x="0" y="3"/>
            <a:ext cx="9144000" cy="6243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+mn-ea"/>
              <a:ea typeface="+mn-ea"/>
            </a:endParaRPr>
          </a:p>
        </p:txBody>
      </p:sp>
      <p:sp>
        <p:nvSpPr>
          <p:cNvPr id="3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2" y="254791"/>
            <a:ext cx="7830587" cy="415770"/>
          </a:xfrm>
          <a:prstGeom prst="rect">
            <a:avLst/>
          </a:prstGeom>
        </p:spPr>
        <p:txBody>
          <a:bodyPr vert="horz" lIns="396000" tIns="45720" rIns="91440" bIns="45720" rtlCol="0" anchor="t" anchorCtr="0">
            <a:noAutofit/>
          </a:bodyPr>
          <a:lstStyle/>
          <a:p>
            <a:r>
              <a:rPr kumimoji="1" lang="en-US" altLang="ja-JP" dirty="0"/>
              <a:t>Formatting Master Titles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F2729E-80B0-B86A-FACE-EDB011477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17313" y="6332076"/>
            <a:ext cx="785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base">
              <a:defRPr sz="14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47F72B4-AFA7-D414-1E83-E3CA8EAD4618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76239" y="6405187"/>
            <a:ext cx="680058" cy="25926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CC3A96-9EE1-5081-216F-D28A05F35A32}"/>
              </a:ext>
            </a:extLst>
          </p:cNvPr>
          <p:cNvSpPr txBox="1"/>
          <p:nvPr userDrawn="1"/>
        </p:nvSpPr>
        <p:spPr>
          <a:xfrm>
            <a:off x="1305878" y="6525605"/>
            <a:ext cx="1827744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© DENSO CORPORATION</a:t>
            </a:r>
            <a:r>
              <a:rPr kumimoji="1" lang="en-US" altLang="ja-JP" sz="550" spc="0" baseline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All Rights Reserved.</a:t>
            </a:r>
            <a:endParaRPr kumimoji="1" lang="ja-JP" altLang="en-US" sz="550" spc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フッター プレースホルダー 3">
            <a:extLst>
              <a:ext uri="{FF2B5EF4-FFF2-40B4-BE49-F238E27FC236}">
                <a16:creationId xmlns:a16="http://schemas.microsoft.com/office/drawing/2014/main" id="{DDF673FA-6BBC-CEE0-21FA-E87B4595D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06648" y="6269161"/>
            <a:ext cx="4623616" cy="365125"/>
          </a:xfrm>
          <a:prstGeom prst="rect">
            <a:avLst/>
          </a:prstGeom>
        </p:spPr>
        <p:txBody>
          <a:bodyPr anchor="ctr"/>
          <a:lstStyle>
            <a:lvl1pPr>
              <a:defRPr lang="ja-JP" altLang="en-US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Title / Month XX, 2020 (Please enter it from the "Insert" → "Header and Footer")</a:t>
            </a:r>
            <a:endParaRPr 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5FF53A8-7D8D-3AF2-662E-91C688FF7552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075" y="282211"/>
            <a:ext cx="953428" cy="32450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D305B7-39CB-E058-8FC2-7655C4537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87825" y="635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486148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3" r:id="rId16"/>
    <p:sldLayoutId id="2147483864" r:id="rId17"/>
    <p:sldLayoutId id="2147483865" r:id="rId18"/>
    <p:sldLayoutId id="2147483866" r:id="rId19"/>
    <p:sldLayoutId id="2147483869" r:id="rId20"/>
    <p:sldLayoutId id="2147483868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65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431" userDrawn="1">
          <p15:clr>
            <a:srgbClr val="F26B43"/>
          </p15:clr>
        </p15:guide>
        <p15:guide id="3" pos="5329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pos="576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 bwMode="white">
          <a:xfrm>
            <a:off x="0" y="3"/>
            <a:ext cx="9144000" cy="6243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+mn-ea"/>
              <a:ea typeface="+mn-ea"/>
            </a:endParaRPr>
          </a:p>
        </p:txBody>
      </p:sp>
      <p:sp>
        <p:nvSpPr>
          <p:cNvPr id="3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2" y="254791"/>
            <a:ext cx="8017312" cy="415770"/>
          </a:xfrm>
          <a:prstGeom prst="rect">
            <a:avLst/>
          </a:prstGeom>
        </p:spPr>
        <p:txBody>
          <a:bodyPr vert="horz" lIns="396000" tIns="45720" rIns="91440" bIns="45720" rtlCol="0" anchor="t" anchorCtr="0">
            <a:noAutofit/>
          </a:bodyPr>
          <a:lstStyle/>
          <a:p>
            <a:r>
              <a:rPr kumimoji="1" lang="en-US" altLang="ja-JP" dirty="0"/>
              <a:t>Formatting Master Titles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0605C0-47C3-A928-C37A-40D5ACC21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17313" y="6332076"/>
            <a:ext cx="785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base">
              <a:defRPr sz="14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D81C9CC-6401-A4A9-A933-8CB23C949FDF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76239" y="6405187"/>
            <a:ext cx="680058" cy="25926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8D1280-3EA5-2114-F33D-00F985687F52}"/>
              </a:ext>
            </a:extLst>
          </p:cNvPr>
          <p:cNvSpPr txBox="1"/>
          <p:nvPr userDrawn="1"/>
        </p:nvSpPr>
        <p:spPr>
          <a:xfrm>
            <a:off x="1305878" y="6525605"/>
            <a:ext cx="1827744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© DENSO CORPORATION</a:t>
            </a:r>
            <a:r>
              <a:rPr kumimoji="1" lang="en-US" altLang="ja-JP" sz="550" spc="0" baseline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All Rights Reserved.</a:t>
            </a:r>
            <a:endParaRPr kumimoji="1" lang="ja-JP" altLang="en-US" sz="550" spc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フッター プレースホルダー 3">
            <a:extLst>
              <a:ext uri="{FF2B5EF4-FFF2-40B4-BE49-F238E27FC236}">
                <a16:creationId xmlns:a16="http://schemas.microsoft.com/office/drawing/2014/main" id="{90AE3E53-9706-9D9C-7FBD-EA4D46C0E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06648" y="6269161"/>
            <a:ext cx="4623616" cy="365125"/>
          </a:xfrm>
          <a:prstGeom prst="rect">
            <a:avLst/>
          </a:prstGeom>
        </p:spPr>
        <p:txBody>
          <a:bodyPr anchor="ctr"/>
          <a:lstStyle>
            <a:lvl1pPr>
              <a:defRPr lang="ja-JP" altLang="en-US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Title / Month XX, 2020 (Please enter it from the "Insert" → "Header and Footer")</a:t>
            </a:r>
            <a:endParaRPr 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4F0EE38-2C7D-A406-B684-8276DA67F280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771" y="295988"/>
            <a:ext cx="755743" cy="296952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F40C13F-E75B-6C2B-491E-77BC60F1B2A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87825" y="635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56735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5" r:id="rId4"/>
    <p:sldLayoutId id="2147483774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65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431" userDrawn="1">
          <p15:clr>
            <a:srgbClr val="F26B43"/>
          </p15:clr>
        </p15:guide>
        <p15:guide id="3" pos="5329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pos="576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 bwMode="white">
          <a:xfrm>
            <a:off x="0" y="3"/>
            <a:ext cx="9144000" cy="6243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3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1" y="254791"/>
            <a:ext cx="8104689" cy="415770"/>
          </a:xfrm>
          <a:prstGeom prst="rect">
            <a:avLst/>
          </a:prstGeom>
        </p:spPr>
        <p:txBody>
          <a:bodyPr vert="horz" lIns="396000" tIns="45720" rIns="91440" bIns="45720" rtlCol="0" anchor="t" anchorCtr="0">
            <a:noAutofit/>
          </a:bodyPr>
          <a:lstStyle/>
          <a:p>
            <a:r>
              <a:rPr kumimoji="1" lang="en-US" altLang="ja-JP" dirty="0"/>
              <a:t>Formatting Master Titles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9D7C42-A93E-DAE0-1496-47143885C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17313" y="6332076"/>
            <a:ext cx="785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base">
              <a:defRPr sz="14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E5CE74-AA40-29FA-E66D-8B8AC4384763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76239" y="6405187"/>
            <a:ext cx="680058" cy="25926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24A92AE-7825-CE92-27DB-D1243C70C4B6}"/>
              </a:ext>
            </a:extLst>
          </p:cNvPr>
          <p:cNvSpPr txBox="1"/>
          <p:nvPr userDrawn="1"/>
        </p:nvSpPr>
        <p:spPr>
          <a:xfrm>
            <a:off x="1305878" y="6525605"/>
            <a:ext cx="1827744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© DENSO CORPORATION</a:t>
            </a:r>
            <a:r>
              <a:rPr kumimoji="1" lang="en-US" altLang="ja-JP" sz="550" spc="0" baseline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All Rights Reserved.</a:t>
            </a:r>
            <a:endParaRPr kumimoji="1" lang="ja-JP" altLang="en-US" sz="550" spc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フッター プレースホルダー 3">
            <a:extLst>
              <a:ext uri="{FF2B5EF4-FFF2-40B4-BE49-F238E27FC236}">
                <a16:creationId xmlns:a16="http://schemas.microsoft.com/office/drawing/2014/main" id="{7C18F966-9D16-D7EF-2825-C1D1C37E3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06648" y="6269161"/>
            <a:ext cx="4623616" cy="365125"/>
          </a:xfrm>
          <a:prstGeom prst="rect">
            <a:avLst/>
          </a:prstGeom>
        </p:spPr>
        <p:txBody>
          <a:bodyPr anchor="ctr"/>
          <a:lstStyle>
            <a:lvl1pPr>
              <a:defRPr lang="ja-JP" altLang="en-US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A3E023-41F9-6917-C7D6-5F3F0DFA7B9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87825" y="635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1537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800" r:id="rId4"/>
    <p:sldLayoutId id="2147483799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3" r:id="rId16"/>
    <p:sldLayoutId id="2147483814" r:id="rId17"/>
    <p:sldLayoutId id="2147483815" r:id="rId18"/>
    <p:sldLayoutId id="2147483816" r:id="rId19"/>
    <p:sldLayoutId id="2147483817" r:id="rId20"/>
    <p:sldLayoutId id="2147483818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65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431" userDrawn="1">
          <p15:clr>
            <a:srgbClr val="F26B43"/>
          </p15:clr>
        </p15:guide>
        <p15:guide id="3" pos="5329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hyperlink" Target="https://globaldenso.sharepoint.com/:x:/r/sites/jp101738/Shared%20Documents/%E3%80%90%E7%94%B3%E8%AB%8B%E6%9B%B8%E3%80%91BDAP_%E3%83%97%E3%83%AD%E3%82%B8%E3%82%A7%E3%82%AF%E3%83%88%E5%B0%82%E7%94%A8%E5%8C%BA%E7%94%BB%E4%BD%9C%E6%88%90.xlsx?d=w4211f3b869b14923810b81cd512bacd7&amp;csf=1&amp;web=1&amp;e=osusEp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slide" Target="slide7.xml"/><Relationship Id="rId2" Type="http://schemas.openxmlformats.org/officeDocument/2006/relationships/hyperlink" Target="https://bdap.denso.info/" TargetMode="External"/><Relationship Id="rId1" Type="http://schemas.openxmlformats.org/officeDocument/2006/relationships/slideLayout" Target="../slideLayouts/slideLayout5.xml"/><Relationship Id="rId6" Type="http://schemas.openxmlformats.org/officeDocument/2006/relationships/slide" Target="slide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テキスト プレースホルダー 48">
            <a:extLst>
              <a:ext uri="{FF2B5EF4-FFF2-40B4-BE49-F238E27FC236}">
                <a16:creationId xmlns:a16="http://schemas.microsoft.com/office/drawing/2014/main" id="{CC8FD203-BA9D-414D-CF1F-53F027BB862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kumimoji="1" lang="en-US" altLang="ja-JP" dirty="0"/>
              <a:t>Snowflake</a:t>
            </a:r>
            <a:r>
              <a:rPr lang="ja-JP" altLang="en-US" dirty="0"/>
              <a:t>ダウンローダの使い方</a:t>
            </a:r>
            <a:endParaRPr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sz="2000" dirty="0"/>
              <a:t>~python</a:t>
            </a:r>
            <a:r>
              <a:rPr kumimoji="1" lang="ja-JP" altLang="en-US" sz="2000" dirty="0"/>
              <a:t>コネクタ　専用</a:t>
            </a:r>
            <a:r>
              <a:rPr kumimoji="1" lang="en-US" altLang="ja-JP" sz="2000" dirty="0" err="1"/>
              <a:t>WareHouse</a:t>
            </a:r>
            <a:r>
              <a:rPr kumimoji="1" lang="ja-JP" altLang="en-US" sz="2000" dirty="0"/>
              <a:t>編</a:t>
            </a:r>
            <a:r>
              <a:rPr kumimoji="1" lang="en-US" altLang="ja-JP" sz="2000" dirty="0"/>
              <a:t>~</a:t>
            </a:r>
            <a:endParaRPr kumimoji="1" lang="ja-JP" altLang="en-US" dirty="0"/>
          </a:p>
        </p:txBody>
      </p:sp>
      <p:sp>
        <p:nvSpPr>
          <p:cNvPr id="34" name="テキスト プレースホルダー 33">
            <a:extLst>
              <a:ext uri="{FF2B5EF4-FFF2-40B4-BE49-F238E27FC236}">
                <a16:creationId xmlns:a16="http://schemas.microsoft.com/office/drawing/2014/main" id="{B895F088-63FE-653E-B842-E082A5A4C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6" name="図プレースホルダー 35">
            <a:extLst>
              <a:ext uri="{FF2B5EF4-FFF2-40B4-BE49-F238E27FC236}">
                <a16:creationId xmlns:a16="http://schemas.microsoft.com/office/drawing/2014/main" id="{6C2CF70D-14CE-0675-AD4E-7284B9A71D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7" name="図プレースホルダー 36">
            <a:extLst>
              <a:ext uri="{FF2B5EF4-FFF2-40B4-BE49-F238E27FC236}">
                <a16:creationId xmlns:a16="http://schemas.microsoft.com/office/drawing/2014/main" id="{35BD6973-9513-C6A7-FF2E-86CA14C335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8" name="図プレースホルダー 37">
            <a:extLst>
              <a:ext uri="{FF2B5EF4-FFF2-40B4-BE49-F238E27FC236}">
                <a16:creationId xmlns:a16="http://schemas.microsoft.com/office/drawing/2014/main" id="{25FCDAA0-CAB5-D4A4-9223-FEC47AA3631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9" name="図プレースホルダー 38">
            <a:extLst>
              <a:ext uri="{FF2B5EF4-FFF2-40B4-BE49-F238E27FC236}">
                <a16:creationId xmlns:a16="http://schemas.microsoft.com/office/drawing/2014/main" id="{D294B710-E3C1-7FF2-3333-2D9E04494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0" name="図プレースホルダー 39">
            <a:extLst>
              <a:ext uri="{FF2B5EF4-FFF2-40B4-BE49-F238E27FC236}">
                <a16:creationId xmlns:a16="http://schemas.microsoft.com/office/drawing/2014/main" id="{2E2EF3F0-4B11-2A8B-D8A8-4D6640B4165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1" name="図プレースホルダー 40">
            <a:extLst>
              <a:ext uri="{FF2B5EF4-FFF2-40B4-BE49-F238E27FC236}">
                <a16:creationId xmlns:a16="http://schemas.microsoft.com/office/drawing/2014/main" id="{9555B939-883A-999B-AA41-624EA6E9DDC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2" name="図プレースホルダー 41">
            <a:extLst>
              <a:ext uri="{FF2B5EF4-FFF2-40B4-BE49-F238E27FC236}">
                <a16:creationId xmlns:a16="http://schemas.microsoft.com/office/drawing/2014/main" id="{F14933BE-6D29-56BE-D94E-4F2F9699C5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3" name="図プレースホルダー 42">
            <a:extLst>
              <a:ext uri="{FF2B5EF4-FFF2-40B4-BE49-F238E27FC236}">
                <a16:creationId xmlns:a16="http://schemas.microsoft.com/office/drawing/2014/main" id="{7AC90953-72F7-6F6E-2A87-0FFD6E8DEAF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4" name="図プレースホルダー 43">
            <a:extLst>
              <a:ext uri="{FF2B5EF4-FFF2-40B4-BE49-F238E27FC236}">
                <a16:creationId xmlns:a16="http://schemas.microsoft.com/office/drawing/2014/main" id="{E8281E18-F0E5-27E1-2B9D-97784D23E32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5" name="図プレースホルダー 44">
            <a:extLst>
              <a:ext uri="{FF2B5EF4-FFF2-40B4-BE49-F238E27FC236}">
                <a16:creationId xmlns:a16="http://schemas.microsoft.com/office/drawing/2014/main" id="{18308A68-4B55-7B40-A2D0-1329B3D7812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6" name="図プレースホルダー 45">
            <a:extLst>
              <a:ext uri="{FF2B5EF4-FFF2-40B4-BE49-F238E27FC236}">
                <a16:creationId xmlns:a16="http://schemas.microsoft.com/office/drawing/2014/main" id="{F79FD5EB-BB22-7767-C3AE-08D5263B8EA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7" name="図プレースホルダー 46">
            <a:extLst>
              <a:ext uri="{FF2B5EF4-FFF2-40B4-BE49-F238E27FC236}">
                <a16:creationId xmlns:a16="http://schemas.microsoft.com/office/drawing/2014/main" id="{20B4DC05-DD43-4B86-683D-7D26096447B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8" name="テキスト プレースホルダー 47">
            <a:extLst>
              <a:ext uri="{FF2B5EF4-FFF2-40B4-BE49-F238E27FC236}">
                <a16:creationId xmlns:a16="http://schemas.microsoft.com/office/drawing/2014/main" id="{57CAEBFF-DB1B-1294-A4A0-481744D8358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5" name="テキスト プレースホルダー 34">
            <a:extLst>
              <a:ext uri="{FF2B5EF4-FFF2-40B4-BE49-F238E27FC236}">
                <a16:creationId xmlns:a16="http://schemas.microsoft.com/office/drawing/2014/main" id="{7EFAEA0A-0575-78A0-D801-AEE00D93EC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47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E26C4D-0C46-3E10-DA1E-626212C7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１．事前準備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7A51B51-5C8F-A025-1357-A985D4B9E1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dirty="0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926F05-B7D3-78B5-4658-D93C77F08B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2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341D0A-D376-D102-C809-568AFB065D3D}"/>
              </a:ext>
            </a:extLst>
          </p:cNvPr>
          <p:cNvSpPr txBox="1"/>
          <p:nvPr/>
        </p:nvSpPr>
        <p:spPr>
          <a:xfrm>
            <a:off x="684213" y="808809"/>
            <a:ext cx="798327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１．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のインストール</a:t>
            </a:r>
            <a:endParaRPr kumimoji="1" lang="en-US" altLang="ja-JP" dirty="0"/>
          </a:p>
          <a:p>
            <a:r>
              <a:rPr lang="ja-JP" altLang="en-US" dirty="0"/>
              <a:t>２．「</a:t>
            </a:r>
            <a:r>
              <a:rPr lang="en-US" altLang="ja-JP" dirty="0" err="1"/>
              <a:t>snowflake.connector</a:t>
            </a:r>
            <a:r>
              <a:rPr lang="ja-JP" altLang="en-US" dirty="0"/>
              <a:t>」モジュールのインポート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３．接続情報の設定</a:t>
            </a:r>
            <a:endParaRPr lang="en-US" altLang="ja-JP" dirty="0"/>
          </a:p>
          <a:p>
            <a:r>
              <a:rPr lang="ja-JP" altLang="en-US" dirty="0"/>
              <a:t>　ー１．</a:t>
            </a:r>
            <a:r>
              <a:rPr lang="en-US" altLang="ja-JP" dirty="0"/>
              <a:t>BDAP</a:t>
            </a:r>
            <a:r>
              <a:rPr lang="ja-JP" altLang="en-US" dirty="0"/>
              <a:t>の区画申請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ー２．秘密キーが記載されたファイル（</a:t>
            </a:r>
            <a:r>
              <a:rPr lang="en-US" altLang="ja-JP" dirty="0"/>
              <a:t>rsa_key.p8</a:t>
            </a:r>
            <a:r>
              <a:rPr lang="ja-JP" altLang="en-US" dirty="0"/>
              <a:t>）を任意の場所へ保存する</a:t>
            </a:r>
            <a:r>
              <a:rPr lang="ja-JP" altLang="en-US" sz="1000" dirty="0"/>
              <a:t>（</a:t>
            </a:r>
            <a:r>
              <a:rPr lang="en-US" altLang="ja-JP" sz="1000" dirty="0">
                <a:solidFill>
                  <a:srgbClr val="FF0000"/>
                </a:solidFill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</a:rPr>
              <a:t>１</a:t>
            </a:r>
            <a:r>
              <a:rPr lang="ja-JP" altLang="en-US" sz="1000" dirty="0"/>
              <a:t>）</a:t>
            </a:r>
            <a:endParaRPr lang="en-US" altLang="ja-JP" sz="1000" dirty="0"/>
          </a:p>
          <a:p>
            <a:r>
              <a:rPr lang="ja-JP" altLang="en-US" dirty="0"/>
              <a:t>　ー３．パスフレーズを別途記憶しておく</a:t>
            </a:r>
            <a:r>
              <a:rPr lang="ja-JP" altLang="en-US" sz="1000" dirty="0"/>
              <a:t>（</a:t>
            </a:r>
            <a:r>
              <a:rPr lang="en-US" altLang="ja-JP" sz="1000" dirty="0">
                <a:solidFill>
                  <a:srgbClr val="FF0000"/>
                </a:solidFill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</a:rPr>
              <a:t>２</a:t>
            </a:r>
            <a:r>
              <a:rPr lang="ja-JP" altLang="en-US" sz="1000" dirty="0"/>
              <a:t>）</a:t>
            </a:r>
            <a:endParaRPr lang="en-US" altLang="ja-JP" dirty="0"/>
          </a:p>
          <a:p>
            <a:r>
              <a:rPr lang="ja-JP" altLang="en-US" dirty="0"/>
              <a:t>　ー４．</a:t>
            </a:r>
            <a:r>
              <a:rPr lang="en-US" altLang="ja-JP" dirty="0" err="1"/>
              <a:t>toml</a:t>
            </a:r>
            <a:r>
              <a:rPr lang="ja-JP" altLang="en-US" dirty="0"/>
              <a:t>ファイルを作成する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４．</a:t>
            </a:r>
            <a:r>
              <a:rPr lang="en-US" altLang="ja-JP" dirty="0"/>
              <a:t>SQL</a:t>
            </a:r>
            <a:r>
              <a:rPr lang="ja-JP" altLang="en-US" dirty="0"/>
              <a:t>ファイルを準備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　　　その他</a:t>
            </a:r>
            <a:r>
              <a:rPr lang="en-US" altLang="ja-JP" dirty="0"/>
              <a:t>python</a:t>
            </a:r>
            <a:r>
              <a:rPr lang="ja-JP" altLang="en-US" dirty="0"/>
              <a:t>で使うモジュール　→</a:t>
            </a:r>
            <a:endParaRPr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40C7069-BA51-F4F0-BB2E-4EDE2E9D900A}"/>
              </a:ext>
            </a:extLst>
          </p:cNvPr>
          <p:cNvSpPr txBox="1"/>
          <p:nvPr/>
        </p:nvSpPr>
        <p:spPr>
          <a:xfrm>
            <a:off x="1532457" y="1518948"/>
            <a:ext cx="4221027" cy="2616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solidFill>
                  <a:schemeClr val="bg1">
                    <a:lumMod val="85000"/>
                  </a:schemeClr>
                </a:solidFill>
              </a:rPr>
              <a:t>PS</a:t>
            </a:r>
            <a:r>
              <a:rPr lang="ja-JP" altLang="en-US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ja-JP" sz="1100" dirty="0">
                <a:solidFill>
                  <a:schemeClr val="bg1">
                    <a:lumMod val="85000"/>
                  </a:schemeClr>
                </a:solidFill>
              </a:rPr>
              <a:t>C:\Code\py311\prg&gt; </a:t>
            </a:r>
            <a:r>
              <a:rPr lang="en-US" altLang="ja-JP" sz="1100" dirty="0">
                <a:solidFill>
                  <a:srgbClr val="FFFF00"/>
                </a:solidFill>
              </a:rPr>
              <a:t>pip</a:t>
            </a:r>
            <a:r>
              <a:rPr lang="en-US" altLang="ja-JP" sz="1100" dirty="0">
                <a:solidFill>
                  <a:schemeClr val="bg1">
                    <a:lumMod val="85000"/>
                  </a:schemeClr>
                </a:solidFill>
              </a:rPr>
              <a:t> install snowflake-connector-python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936524-8C96-CB6A-E8EF-41656BDEE1C4}"/>
              </a:ext>
            </a:extLst>
          </p:cNvPr>
          <p:cNvSpPr txBox="1"/>
          <p:nvPr/>
        </p:nvSpPr>
        <p:spPr>
          <a:xfrm>
            <a:off x="1878853" y="2490697"/>
            <a:ext cx="49421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【申請書】BDAP_プロジェクト専用区画作成.xlsx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1FD71C0D-CB42-C128-44D4-022FDF5050BB}"/>
              </a:ext>
            </a:extLst>
          </p:cNvPr>
          <p:cNvSpPr/>
          <p:nvPr/>
        </p:nvSpPr>
        <p:spPr>
          <a:xfrm>
            <a:off x="5466101" y="2211480"/>
            <a:ext cx="2080466" cy="418012"/>
          </a:xfrm>
          <a:prstGeom prst="wedgeRoundRectCallout">
            <a:avLst>
              <a:gd name="adj1" fmla="val -26417"/>
              <a:gd name="adj2" fmla="val 93750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/>
              <a:t>メールに記載あり</a:t>
            </a:r>
            <a:endParaRPr kumimoji="1" lang="ja-JP" altLang="en-US" dirty="0"/>
          </a:p>
        </p:txBody>
      </p:sp>
      <p:sp>
        <p:nvSpPr>
          <p:cNvPr id="11" name="動作設定ボタン: 進む/次へ 1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F40A02A-862A-362E-0012-E800A0E39338}"/>
              </a:ext>
            </a:extLst>
          </p:cNvPr>
          <p:cNvSpPr/>
          <p:nvPr/>
        </p:nvSpPr>
        <p:spPr>
          <a:xfrm>
            <a:off x="7134835" y="2314895"/>
            <a:ext cx="288000" cy="216000"/>
          </a:xfrm>
          <a:prstGeom prst="actionButtonForwardNex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動作設定ボタン: 進む/次へ 1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360A738-C5DC-CE1D-2756-AE6E3C515EFC}"/>
              </a:ext>
            </a:extLst>
          </p:cNvPr>
          <p:cNvSpPr/>
          <p:nvPr/>
        </p:nvSpPr>
        <p:spPr>
          <a:xfrm>
            <a:off x="3866887" y="3369835"/>
            <a:ext cx="288000" cy="216000"/>
          </a:xfrm>
          <a:prstGeom prst="actionButtonForwardNex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5DAF645B-473D-39C5-EF7A-913EB581A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404342"/>
              </p:ext>
            </p:extLst>
          </p:nvPr>
        </p:nvGraphicFramePr>
        <p:xfrm>
          <a:off x="5088410" y="4186274"/>
          <a:ext cx="3465113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187">
                  <a:extLst>
                    <a:ext uri="{9D8B030D-6E8A-4147-A177-3AD203B41FA5}">
                      <a16:colId xmlns:a16="http://schemas.microsoft.com/office/drawing/2014/main" val="146844778"/>
                    </a:ext>
                  </a:extLst>
                </a:gridCol>
                <a:gridCol w="2465926">
                  <a:extLst>
                    <a:ext uri="{9D8B030D-6E8A-4147-A177-3AD203B41FA5}">
                      <a16:colId xmlns:a16="http://schemas.microsoft.com/office/drawing/2014/main" val="3806578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モジュール名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用途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40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データ操作・解析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34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toml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TOML</a:t>
                      </a:r>
                      <a:r>
                        <a:rPr kumimoji="1" lang="ja-JP" altLang="en-US" sz="1000" dirty="0"/>
                        <a:t>形式ファイルの読み書き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986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glob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ファイルやディレクトリのパターンマッチング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355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os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OS</a:t>
                      </a:r>
                      <a:r>
                        <a:rPr kumimoji="1" lang="ja-JP" altLang="en-US" sz="1000" dirty="0"/>
                        <a:t>に依存する機能の利用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2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sys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Python</a:t>
                      </a:r>
                      <a:r>
                        <a:rPr kumimoji="1" lang="ja-JP" altLang="en-US" sz="1000" dirty="0"/>
                        <a:t>インタプリタや実行環境とのやり取り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141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logging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ログ記録、デバッグや運用監視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879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datetime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日付や時刻を扱う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070478"/>
                  </a:ext>
                </a:extLst>
              </a:tr>
            </a:tbl>
          </a:graphicData>
        </a:graphic>
      </p:graphicFrame>
      <p:pic>
        <p:nvPicPr>
          <p:cNvPr id="12" name="図 11">
            <a:extLst>
              <a:ext uri="{FF2B5EF4-FFF2-40B4-BE49-F238E27FC236}">
                <a16:creationId xmlns:a16="http://schemas.microsoft.com/office/drawing/2014/main" id="{AA34EF2E-8AD6-58D8-E16C-2736B3354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648" y="4258510"/>
            <a:ext cx="3323108" cy="81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9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5D4E75-FA65-7203-B95B-9A5B6F68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２．フォルダ構成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04A7711-EA9C-449B-1044-D9BE92FB66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A10468-A597-4223-99AF-B1A2069376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3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C72259-092E-7267-508A-E726260EE974}"/>
              </a:ext>
            </a:extLst>
          </p:cNvPr>
          <p:cNvSpPr txBox="1"/>
          <p:nvPr/>
        </p:nvSpPr>
        <p:spPr>
          <a:xfrm>
            <a:off x="814192" y="989556"/>
            <a:ext cx="73468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📂</a:t>
            </a:r>
            <a:r>
              <a:rPr kumimoji="1" lang="en-US" altLang="ja-JP" dirty="0" err="1"/>
              <a:t>Snowflake_downloader</a:t>
            </a:r>
            <a:r>
              <a:rPr kumimoji="1" lang="en-US" altLang="ja-JP" dirty="0"/>
              <a:t> 	- </a:t>
            </a:r>
            <a:r>
              <a:rPr kumimoji="1" lang="ja-JP" altLang="en-US" dirty="0"/>
              <a:t>📂</a:t>
            </a:r>
            <a:r>
              <a:rPr kumimoji="1" lang="en-US" altLang="ja-JP" dirty="0"/>
              <a:t>log	</a:t>
            </a:r>
            <a:r>
              <a:rPr lang="en-US" altLang="ja-JP" dirty="0"/>
              <a:t>		</a:t>
            </a:r>
            <a:r>
              <a:rPr lang="ja-JP" altLang="en-US" dirty="0"/>
              <a:t>・・・ログ出力用</a:t>
            </a:r>
            <a:endParaRPr kumimoji="1" lang="en-US" altLang="ja-JP" dirty="0"/>
          </a:p>
          <a:p>
            <a:r>
              <a:rPr kumimoji="1" lang="en-US" altLang="ja-JP" dirty="0"/>
              <a:t>			-</a:t>
            </a:r>
            <a:r>
              <a:rPr kumimoji="1" lang="ja-JP" altLang="en-US" dirty="0"/>
              <a:t> 📂</a:t>
            </a:r>
            <a:r>
              <a:rPr kumimoji="1" lang="en-US" altLang="ja-JP" dirty="0"/>
              <a:t>output		</a:t>
            </a:r>
            <a:r>
              <a:rPr kumimoji="1" lang="ja-JP" altLang="en-US" dirty="0"/>
              <a:t>・・・</a:t>
            </a:r>
            <a:r>
              <a:rPr kumimoji="1" lang="en-US" altLang="ja-JP" dirty="0"/>
              <a:t>csv</a:t>
            </a:r>
            <a:r>
              <a:rPr kumimoji="1" lang="ja-JP" altLang="en-US" dirty="0"/>
              <a:t>出力用</a:t>
            </a:r>
            <a:endParaRPr lang="en-US" altLang="ja-JP" dirty="0"/>
          </a:p>
          <a:p>
            <a:r>
              <a:rPr kumimoji="1" lang="en-US" altLang="ja-JP" dirty="0"/>
              <a:t>			</a:t>
            </a:r>
            <a:r>
              <a:rPr lang="en-US" altLang="ja-JP" dirty="0"/>
              <a:t>- </a:t>
            </a:r>
            <a:r>
              <a:rPr lang="ja-JP" altLang="en-US" dirty="0"/>
              <a:t>📂</a:t>
            </a:r>
            <a:r>
              <a:rPr lang="en-US" altLang="ja-JP" dirty="0" err="1"/>
              <a:t>sql</a:t>
            </a:r>
            <a:r>
              <a:rPr lang="en-US" altLang="ja-JP" dirty="0"/>
              <a:t>			</a:t>
            </a:r>
            <a:r>
              <a:rPr lang="ja-JP" altLang="en-US" dirty="0"/>
              <a:t>・・・</a:t>
            </a:r>
            <a:r>
              <a:rPr lang="en-US" altLang="ja-JP" dirty="0" err="1"/>
              <a:t>sql</a:t>
            </a:r>
            <a:r>
              <a:rPr lang="ja-JP" altLang="en-US" dirty="0"/>
              <a:t>保存用</a:t>
            </a:r>
            <a:endParaRPr lang="en-US" altLang="ja-JP" dirty="0"/>
          </a:p>
          <a:p>
            <a:r>
              <a:rPr lang="en-US" altLang="ja-JP" dirty="0"/>
              <a:t>			- </a:t>
            </a:r>
            <a:r>
              <a:rPr lang="ja-JP" altLang="en-US" dirty="0"/>
              <a:t>📄</a:t>
            </a:r>
            <a:r>
              <a:rPr lang="en-US" altLang="ja-JP" dirty="0" err="1"/>
              <a:t>connections.toml</a:t>
            </a:r>
            <a:r>
              <a:rPr lang="en-US" altLang="ja-JP" dirty="0"/>
              <a:t>	</a:t>
            </a:r>
            <a:r>
              <a:rPr lang="ja-JP" altLang="en-US" dirty="0"/>
              <a:t>・・・設定ファイル</a:t>
            </a:r>
            <a:endParaRPr lang="en-US" altLang="ja-JP" dirty="0"/>
          </a:p>
          <a:p>
            <a:r>
              <a:rPr lang="en-US" altLang="ja-JP" dirty="0"/>
              <a:t>			- </a:t>
            </a:r>
            <a:r>
              <a:rPr lang="ja-JP" altLang="en-US" dirty="0"/>
              <a:t>📜</a:t>
            </a:r>
            <a:r>
              <a:rPr lang="en-US" altLang="ja-JP" dirty="0"/>
              <a:t>conSnowflake.py	</a:t>
            </a:r>
            <a:r>
              <a:rPr lang="ja-JP" altLang="en-US" dirty="0"/>
              <a:t>・・・実行</a:t>
            </a:r>
            <a:r>
              <a:rPr lang="en-US" altLang="ja-JP" dirty="0" err="1"/>
              <a:t>prg</a:t>
            </a:r>
            <a:r>
              <a:rPr lang="ja-JP" altLang="en-US" dirty="0"/>
              <a:t>本体</a:t>
            </a:r>
            <a:endParaRPr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DB1688A-B349-C0A8-4CC3-8836AA8AF95D}"/>
              </a:ext>
            </a:extLst>
          </p:cNvPr>
          <p:cNvSpPr txBox="1"/>
          <p:nvPr/>
        </p:nvSpPr>
        <p:spPr>
          <a:xfrm>
            <a:off x="684213" y="2823457"/>
            <a:ext cx="77412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１．事前準備で作成した、</a:t>
            </a:r>
            <a:r>
              <a:rPr lang="en-US" altLang="ja-JP" dirty="0" err="1"/>
              <a:t>t</a:t>
            </a:r>
            <a:r>
              <a:rPr kumimoji="1" lang="en-US" altLang="ja-JP" dirty="0" err="1"/>
              <a:t>oml</a:t>
            </a:r>
            <a:r>
              <a:rPr kumimoji="1" lang="ja-JP" altLang="en-US" dirty="0"/>
              <a:t>ファイルを</a:t>
            </a:r>
            <a:r>
              <a:rPr lang="en-US" altLang="ja-JP" dirty="0"/>
              <a:t>conSnowflake.py</a:t>
            </a:r>
            <a:r>
              <a:rPr lang="ja-JP" altLang="en-US" dirty="0"/>
              <a:t>と同じ階層に保存する</a:t>
            </a:r>
            <a:endParaRPr lang="en-US" altLang="ja-JP" dirty="0"/>
          </a:p>
          <a:p>
            <a:r>
              <a:rPr lang="ja-JP" altLang="en-US" dirty="0"/>
              <a:t>２．事前準備で作成した、</a:t>
            </a:r>
            <a:r>
              <a:rPr lang="en-US" altLang="ja-JP" dirty="0" err="1"/>
              <a:t>sql</a:t>
            </a:r>
            <a:r>
              <a:rPr lang="ja-JP" altLang="en-US" dirty="0"/>
              <a:t>ファイルを📂</a:t>
            </a:r>
            <a:r>
              <a:rPr lang="en-US" altLang="ja-JP" dirty="0" err="1"/>
              <a:t>sql</a:t>
            </a:r>
            <a:r>
              <a:rPr lang="ja-JP" altLang="en-US" dirty="0"/>
              <a:t>に保存する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6898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5FF5C-C8BC-2FC9-E45B-04300AF5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３．実行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FA136EC-E92A-DAE0-137F-C117103CC3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D4BC7F-98D7-EB33-A78D-EFB21A3E7A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4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FF6709-0795-291B-D055-CB20A68FA79F}"/>
              </a:ext>
            </a:extLst>
          </p:cNvPr>
          <p:cNvSpPr txBox="1"/>
          <p:nvPr/>
        </p:nvSpPr>
        <p:spPr>
          <a:xfrm>
            <a:off x="684213" y="800100"/>
            <a:ext cx="3406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１．</a:t>
            </a:r>
            <a:r>
              <a:rPr lang="en-US" altLang="ja-JP" dirty="0"/>
              <a:t>conSnowflake.py</a:t>
            </a:r>
            <a:r>
              <a:rPr lang="ja-JP" altLang="en-US" dirty="0"/>
              <a:t>を起動する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37905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5FF5C-C8BC-2FC9-E45B-04300AF5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４</a:t>
            </a:r>
            <a:r>
              <a:rPr kumimoji="1" lang="ja-JP" altLang="en-US" dirty="0"/>
              <a:t>．実行結果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FA136EC-E92A-DAE0-137F-C117103CC3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D4BC7F-98D7-EB33-A78D-EFB21A3E7A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5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FF6709-0795-291B-D055-CB20A68FA79F}"/>
              </a:ext>
            </a:extLst>
          </p:cNvPr>
          <p:cNvSpPr txBox="1"/>
          <p:nvPr/>
        </p:nvSpPr>
        <p:spPr>
          <a:xfrm>
            <a:off x="684213" y="800100"/>
            <a:ext cx="528381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u="sng" dirty="0"/>
              <a:t>Log</a:t>
            </a:r>
            <a:r>
              <a:rPr lang="ja-JP" altLang="en-US" b="1" u="sng" dirty="0"/>
              <a:t>ファイル</a:t>
            </a:r>
            <a:endParaRPr lang="en-US" altLang="ja-JP" b="1" u="sng" dirty="0"/>
          </a:p>
          <a:p>
            <a:endParaRPr lang="en-US" altLang="ja-JP" dirty="0"/>
          </a:p>
          <a:p>
            <a:r>
              <a:rPr lang="en-US" altLang="ja-JP" dirty="0"/>
              <a:t>		</a:t>
            </a:r>
            <a:r>
              <a:rPr lang="ja-JP" altLang="en-US" dirty="0"/>
              <a:t>ファイル名形式：年月日</a:t>
            </a:r>
            <a:r>
              <a:rPr lang="en-US" altLang="ja-JP" dirty="0"/>
              <a:t>_</a:t>
            </a:r>
            <a:r>
              <a:rPr lang="ja-JP" altLang="en-US" dirty="0"/>
              <a:t>時間</a:t>
            </a:r>
            <a:r>
              <a:rPr lang="en-US" altLang="ja-JP" dirty="0"/>
              <a:t>.log</a:t>
            </a:r>
          </a:p>
          <a:p>
            <a:r>
              <a:rPr lang="ja-JP" altLang="en-US" dirty="0"/>
              <a:t>　　　　　　　　↓中身　　　　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b="1" u="sng" dirty="0"/>
              <a:t>Csv</a:t>
            </a:r>
            <a:r>
              <a:rPr lang="ja-JP" altLang="en-US" b="1" u="sng" dirty="0"/>
              <a:t>ファイル</a:t>
            </a:r>
            <a:endParaRPr lang="en-US" altLang="ja-JP" b="1" u="sng" dirty="0"/>
          </a:p>
          <a:p>
            <a:endParaRPr lang="en-US" altLang="ja-JP" dirty="0"/>
          </a:p>
          <a:p>
            <a:r>
              <a:rPr lang="en-US" altLang="ja-JP" dirty="0"/>
              <a:t>		</a:t>
            </a:r>
            <a:r>
              <a:rPr lang="ja-JP" altLang="en-US" dirty="0"/>
              <a:t>ファイル名形式：年月日</a:t>
            </a:r>
            <a:r>
              <a:rPr lang="en-US" altLang="ja-JP" dirty="0"/>
              <a:t>_</a:t>
            </a:r>
            <a:r>
              <a:rPr lang="en-US" altLang="ja-JP" dirty="0" err="1"/>
              <a:t>sql</a:t>
            </a:r>
            <a:r>
              <a:rPr lang="ja-JP" altLang="en-US" dirty="0"/>
              <a:t>名</a:t>
            </a:r>
            <a:r>
              <a:rPr lang="en-US" altLang="ja-JP" dirty="0"/>
              <a:t>.csv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961596B-7939-E1AE-97CC-8AB5DA012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31" y="1298972"/>
            <a:ext cx="1144126" cy="103384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85F3662-B283-4154-2E5B-BF9CFB529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547" y="1967695"/>
            <a:ext cx="6395983" cy="36512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663A499-EEBB-9587-3C30-D9935D92F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32" y="2886026"/>
            <a:ext cx="1144126" cy="4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3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A2179-170F-A5BA-75F8-8D0122E4D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ペアキー受け取り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0A54855-E329-7070-011A-E486A99B25F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DF3BD1D-C960-1FB7-0B9B-15B98BCD8B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6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A849CF90-CE04-D369-6062-074301116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1321210"/>
            <a:ext cx="7775575" cy="4297301"/>
          </a:xfrm>
          <a:prstGeom prst="rect">
            <a:avLst/>
          </a:prstGeom>
        </p:spPr>
      </p:pic>
      <p:sp>
        <p:nvSpPr>
          <p:cNvPr id="6" name="動作設定ボタン: 戻る 5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81A0ADFA-2265-B088-D50E-0277E166D238}"/>
              </a:ext>
            </a:extLst>
          </p:cNvPr>
          <p:cNvSpPr/>
          <p:nvPr/>
        </p:nvSpPr>
        <p:spPr>
          <a:xfrm>
            <a:off x="8017313" y="5765310"/>
            <a:ext cx="357052" cy="357052"/>
          </a:xfrm>
          <a:prstGeom prst="actionButtonRetur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DFE5326-C261-7A80-B2AE-143B09C99EAF}"/>
              </a:ext>
            </a:extLst>
          </p:cNvPr>
          <p:cNvSpPr/>
          <p:nvPr/>
        </p:nvSpPr>
        <p:spPr>
          <a:xfrm>
            <a:off x="718185" y="4414837"/>
            <a:ext cx="2251234" cy="173831"/>
          </a:xfrm>
          <a:prstGeom prst="roundRect">
            <a:avLst/>
          </a:prstGeom>
          <a:noFill/>
          <a:ln w="28575">
            <a:solidFill>
              <a:srgbClr val="FF00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03F89C9-D14A-F6C0-02ED-04A198C27A36}"/>
              </a:ext>
            </a:extLst>
          </p:cNvPr>
          <p:cNvSpPr/>
          <p:nvPr/>
        </p:nvSpPr>
        <p:spPr>
          <a:xfrm>
            <a:off x="772682" y="2250282"/>
            <a:ext cx="1646668" cy="404812"/>
          </a:xfrm>
          <a:prstGeom prst="roundRect">
            <a:avLst>
              <a:gd name="adj" fmla="val 11373"/>
            </a:avLst>
          </a:prstGeom>
          <a:noFill/>
          <a:ln w="28575">
            <a:solidFill>
              <a:srgbClr val="FF00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ED02694-A388-9EDA-4114-33962F07CAE0}"/>
              </a:ext>
            </a:extLst>
          </p:cNvPr>
          <p:cNvSpPr txBox="1"/>
          <p:nvPr/>
        </p:nvSpPr>
        <p:spPr>
          <a:xfrm>
            <a:off x="2419350" y="246688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solidFill>
                  <a:srgbClr val="FF0000"/>
                </a:solidFill>
              </a:rPr>
              <a:t>※</a:t>
            </a:r>
            <a:r>
              <a:rPr kumimoji="1" lang="ja-JP" altLang="en-US" sz="1100" dirty="0">
                <a:solidFill>
                  <a:srgbClr val="FF0000"/>
                </a:solidFill>
              </a:rPr>
              <a:t>１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36802AA-0E4A-FF65-595E-6F688A5DAE2B}"/>
              </a:ext>
            </a:extLst>
          </p:cNvPr>
          <p:cNvSpPr txBox="1"/>
          <p:nvPr/>
        </p:nvSpPr>
        <p:spPr>
          <a:xfrm>
            <a:off x="2969419" y="4414837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solidFill>
                  <a:srgbClr val="FF0000"/>
                </a:solidFill>
              </a:rPr>
              <a:t>※</a:t>
            </a:r>
            <a:r>
              <a:rPr lang="ja-JP" altLang="en-US" sz="1100" dirty="0">
                <a:solidFill>
                  <a:srgbClr val="FF0000"/>
                </a:solidFill>
              </a:rPr>
              <a:t>２</a:t>
            </a:r>
            <a:endParaRPr kumimoji="1" lang="ja-JP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31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1F236C-F42B-A2EB-A57C-D0487278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toml</a:t>
            </a:r>
            <a:r>
              <a:rPr lang="ja-JP" altLang="en-US" dirty="0"/>
              <a:t>ファイル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B76E9F-8544-04C2-FF46-62E8E0FADC5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30E31C-7BA9-48FA-A42E-0C8571F653A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7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56224A5-AF55-DAAB-D1B0-401832CBD723}"/>
              </a:ext>
            </a:extLst>
          </p:cNvPr>
          <p:cNvSpPr txBox="1"/>
          <p:nvPr/>
        </p:nvSpPr>
        <p:spPr>
          <a:xfrm>
            <a:off x="684213" y="870858"/>
            <a:ext cx="6606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Tom’s Obvious, Minimal Language</a:t>
            </a:r>
            <a:r>
              <a:rPr kumimoji="1" lang="ja-JP" altLang="en-US" dirty="0"/>
              <a:t>の略</a:t>
            </a:r>
            <a:endParaRPr lang="en-US" altLang="ja-JP" dirty="0"/>
          </a:p>
          <a:p>
            <a:r>
              <a:rPr kumimoji="1" lang="ja-JP" altLang="en-US" dirty="0"/>
              <a:t>設定ファイルのフォーマットとして、読みやすさと明確な構文に定評がある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64D211E-F4DC-21C0-8389-FD44D260C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826"/>
          <a:stretch/>
        </p:blipFill>
        <p:spPr>
          <a:xfrm>
            <a:off x="800804" y="1717486"/>
            <a:ext cx="3771196" cy="175284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5E91BD1-0164-589A-3689-4B9F67550014}"/>
              </a:ext>
            </a:extLst>
          </p:cNvPr>
          <p:cNvSpPr txBox="1"/>
          <p:nvPr/>
        </p:nvSpPr>
        <p:spPr>
          <a:xfrm>
            <a:off x="1033963" y="1895908"/>
            <a:ext cx="353803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[snowflake]</a:t>
            </a:r>
          </a:p>
          <a:p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user='</a:t>
            </a:r>
            <a:r>
              <a:rPr lang="en-US" altLang="ja-JP" sz="1150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</a:t>
            </a:r>
            <a:r>
              <a:rPr lang="en-US" altLang="ja-JP" sz="1150" dirty="0" err="1">
                <a:solidFill>
                  <a:srgbClr val="FFFF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xxx</a:t>
            </a:r>
            <a:r>
              <a:rPr lang="en-US" altLang="ja-JP" sz="1150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_SYSTEMUSER</a:t>
            </a:r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'</a:t>
            </a:r>
          </a:p>
          <a:p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account='ip16082.ap-northeast-1.aws'</a:t>
            </a:r>
          </a:p>
          <a:p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role='</a:t>
            </a:r>
            <a:r>
              <a:rPr lang="en-US" altLang="ja-JP" sz="1150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SA_SA</a:t>
            </a:r>
            <a:r>
              <a:rPr lang="en-US" altLang="ja-JP" sz="1150" dirty="0" err="1">
                <a:solidFill>
                  <a:srgbClr val="FFFF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xxx</a:t>
            </a:r>
            <a:r>
              <a:rPr lang="en-US" altLang="ja-JP" sz="1150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_ROLE</a:t>
            </a:r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'</a:t>
            </a:r>
          </a:p>
          <a:p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warehouse='</a:t>
            </a:r>
            <a:r>
              <a:rPr lang="en-US" altLang="ja-JP" sz="1150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WH_SA</a:t>
            </a:r>
            <a:r>
              <a:rPr lang="en-US" altLang="ja-JP" sz="1150" dirty="0" err="1">
                <a:solidFill>
                  <a:srgbClr val="FFFF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xxx</a:t>
            </a:r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'</a:t>
            </a:r>
          </a:p>
          <a:p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scheme=‘</a:t>
            </a:r>
            <a:r>
              <a:rPr lang="en-US" altLang="ja-JP" sz="1150" dirty="0">
                <a:solidFill>
                  <a:srgbClr val="FFFF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SAMPLE_SHEME_NAME</a:t>
            </a:r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'</a:t>
            </a:r>
          </a:p>
          <a:p>
            <a:r>
              <a:rPr lang="en-US" altLang="ja-JP" sz="1150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private_key_file</a:t>
            </a:r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ja-JP" sz="1150" dirty="0">
                <a:solidFill>
                  <a:srgbClr val="FFFF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'C:\…\rsa_key.p8</a:t>
            </a:r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'</a:t>
            </a:r>
          </a:p>
          <a:p>
            <a:r>
              <a:rPr lang="en-US" altLang="ja-JP" sz="1150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private_key_file_pwd</a:t>
            </a:r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='</a:t>
            </a:r>
            <a:r>
              <a:rPr lang="en-US" altLang="ja-JP" sz="1150" dirty="0">
                <a:solidFill>
                  <a:srgbClr val="FFFF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*************************</a:t>
            </a:r>
            <a:r>
              <a:rPr lang="en-US" altLang="ja-JP" sz="11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'</a:t>
            </a:r>
            <a:endParaRPr lang="ja-JP" altLang="en-US" sz="1150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18B139F-6018-BEF8-5CFC-49FB8888A1F5}"/>
              </a:ext>
            </a:extLst>
          </p:cNvPr>
          <p:cNvSpPr txBox="1"/>
          <p:nvPr/>
        </p:nvSpPr>
        <p:spPr>
          <a:xfrm>
            <a:off x="3714073" y="1735791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>
                <a:solidFill>
                  <a:srgbClr val="FFFF00"/>
                </a:solidFill>
              </a:rPr>
              <a:t>－</a:t>
            </a:r>
            <a:r>
              <a:rPr kumimoji="1" lang="ja-JP" altLang="en-US" sz="1050" dirty="0">
                <a:solidFill>
                  <a:srgbClr val="FFFF00"/>
                </a:solidFill>
              </a:rPr>
              <a:t>変更箇所</a:t>
            </a:r>
          </a:p>
        </p:txBody>
      </p: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D4AC9228-9373-EB80-C640-836A31927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739883"/>
              </p:ext>
            </p:extLst>
          </p:nvPr>
        </p:nvGraphicFramePr>
        <p:xfrm>
          <a:off x="800804" y="370430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860">
                  <a:extLst>
                    <a:ext uri="{9D8B030D-6E8A-4147-A177-3AD203B41FA5}">
                      <a16:colId xmlns:a16="http://schemas.microsoft.com/office/drawing/2014/main" val="3782029077"/>
                    </a:ext>
                  </a:extLst>
                </a:gridCol>
                <a:gridCol w="3406140">
                  <a:extLst>
                    <a:ext uri="{9D8B030D-6E8A-4147-A177-3AD203B41FA5}">
                      <a16:colId xmlns:a16="http://schemas.microsoft.com/office/drawing/2014/main" val="429430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変更箇所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xxx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３桁の区画番号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328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SAMPLE_SHEME_NAME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データベースのスキーマ名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15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C:\...rsa_key.p8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solidFill>
                            <a:schemeClr val="bg2"/>
                          </a:solidFill>
                        </a:rPr>
                        <a:t>※</a:t>
                      </a:r>
                      <a:r>
                        <a:rPr kumimoji="1" lang="ja-JP" altLang="en-US" sz="1000" dirty="0">
                          <a:solidFill>
                            <a:schemeClr val="bg2"/>
                          </a:solidFill>
                        </a:rPr>
                        <a:t>１</a:t>
                      </a:r>
                      <a:r>
                        <a:rPr kumimoji="1" lang="ja-JP" altLang="en-US" dirty="0"/>
                        <a:t>のファイルを保管した絶対パス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175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**************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solidFill>
                            <a:schemeClr val="bg2"/>
                          </a:solidFill>
                        </a:rPr>
                        <a:t>※</a:t>
                      </a:r>
                      <a:r>
                        <a:rPr kumimoji="1" lang="ja-JP" altLang="en-US" sz="1000" dirty="0">
                          <a:solidFill>
                            <a:schemeClr val="bg2"/>
                          </a:solidFill>
                        </a:rPr>
                        <a:t>２</a:t>
                      </a:r>
                      <a:r>
                        <a:rPr kumimoji="1" lang="ja-JP" altLang="en-US" dirty="0"/>
                        <a:t>で記憶したパスフレーズ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878433"/>
                  </a:ext>
                </a:extLst>
              </a:tr>
            </a:tbl>
          </a:graphicData>
        </a:graphic>
      </p:graphicFrame>
      <p:sp>
        <p:nvSpPr>
          <p:cNvPr id="3" name="動作設定ボタン: 戻る 2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B7E64C46-6A1F-6BCD-FAED-AA6313EE362F}"/>
              </a:ext>
            </a:extLst>
          </p:cNvPr>
          <p:cNvSpPr/>
          <p:nvPr/>
        </p:nvSpPr>
        <p:spPr>
          <a:xfrm>
            <a:off x="8017313" y="5765310"/>
            <a:ext cx="357052" cy="357052"/>
          </a:xfrm>
          <a:prstGeom prst="actionButtonRetur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776CC22-25D5-A6A8-62DD-A9847B6542D3}"/>
              </a:ext>
            </a:extLst>
          </p:cNvPr>
          <p:cNvSpPr/>
          <p:nvPr/>
        </p:nvSpPr>
        <p:spPr>
          <a:xfrm>
            <a:off x="1002418" y="1770646"/>
            <a:ext cx="914400" cy="151023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1967D5-DED2-32EB-35DB-55B70FEC71D7}"/>
              </a:ext>
            </a:extLst>
          </p:cNvPr>
          <p:cNvSpPr txBox="1"/>
          <p:nvPr/>
        </p:nvSpPr>
        <p:spPr>
          <a:xfrm>
            <a:off x="928689" y="1677306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A5A4A4"/>
                </a:solidFill>
              </a:rPr>
              <a:t>connection.toml</a:t>
            </a:r>
            <a:endParaRPr kumimoji="1" lang="ja-JP" altLang="en-US" sz="1200" dirty="0">
              <a:solidFill>
                <a:srgbClr val="A5A4A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51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75BF-0E86-2DBF-C8E2-08D74789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テキスト プレースホルダー 48">
            <a:extLst>
              <a:ext uri="{FF2B5EF4-FFF2-40B4-BE49-F238E27FC236}">
                <a16:creationId xmlns:a16="http://schemas.microsoft.com/office/drawing/2014/main" id="{DE4E8152-AFAC-5CE2-E0BF-427C0328B93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kumimoji="1" lang="en-US" altLang="ja-JP" dirty="0"/>
              <a:t>Snowflake</a:t>
            </a:r>
            <a:r>
              <a:rPr lang="ja-JP" altLang="en-US" dirty="0"/>
              <a:t>ダウンローダの使い方</a:t>
            </a:r>
            <a:endParaRPr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sz="2000" dirty="0"/>
              <a:t>~python</a:t>
            </a:r>
            <a:r>
              <a:rPr kumimoji="1" lang="ja-JP" altLang="en-US" sz="2000" dirty="0"/>
              <a:t>コネクタ　</a:t>
            </a:r>
            <a:r>
              <a:rPr kumimoji="1" lang="en-US" altLang="ja-JP" sz="2000" dirty="0" err="1"/>
              <a:t>CommonWareHouse</a:t>
            </a:r>
            <a:r>
              <a:rPr kumimoji="1" lang="ja-JP" altLang="en-US" sz="2000" dirty="0"/>
              <a:t>編</a:t>
            </a:r>
            <a:r>
              <a:rPr kumimoji="1" lang="en-US" altLang="ja-JP" sz="2000" dirty="0"/>
              <a:t>~</a:t>
            </a:r>
            <a:endParaRPr kumimoji="1" lang="ja-JP" altLang="en-US" dirty="0"/>
          </a:p>
        </p:txBody>
      </p:sp>
      <p:sp>
        <p:nvSpPr>
          <p:cNvPr id="34" name="テキスト プレースホルダー 33">
            <a:extLst>
              <a:ext uri="{FF2B5EF4-FFF2-40B4-BE49-F238E27FC236}">
                <a16:creationId xmlns:a16="http://schemas.microsoft.com/office/drawing/2014/main" id="{71D6CF1C-F358-9B4F-381A-18BCCF51A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6" name="図プレースホルダー 35">
            <a:extLst>
              <a:ext uri="{FF2B5EF4-FFF2-40B4-BE49-F238E27FC236}">
                <a16:creationId xmlns:a16="http://schemas.microsoft.com/office/drawing/2014/main" id="{1EA196A4-E064-24D1-1B2D-FA0963FE6D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7" name="図プレースホルダー 36">
            <a:extLst>
              <a:ext uri="{FF2B5EF4-FFF2-40B4-BE49-F238E27FC236}">
                <a16:creationId xmlns:a16="http://schemas.microsoft.com/office/drawing/2014/main" id="{366E94B9-5519-1EDD-6176-204CB71AC6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8" name="図プレースホルダー 37">
            <a:extLst>
              <a:ext uri="{FF2B5EF4-FFF2-40B4-BE49-F238E27FC236}">
                <a16:creationId xmlns:a16="http://schemas.microsoft.com/office/drawing/2014/main" id="{2D2BC42F-ABDE-A11A-AA4C-C8980DCDC2F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9" name="図プレースホルダー 38">
            <a:extLst>
              <a:ext uri="{FF2B5EF4-FFF2-40B4-BE49-F238E27FC236}">
                <a16:creationId xmlns:a16="http://schemas.microsoft.com/office/drawing/2014/main" id="{24551F39-A10A-B760-CAB1-23BFFBB3364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0" name="図プレースホルダー 39">
            <a:extLst>
              <a:ext uri="{FF2B5EF4-FFF2-40B4-BE49-F238E27FC236}">
                <a16:creationId xmlns:a16="http://schemas.microsoft.com/office/drawing/2014/main" id="{346ACF87-79F9-E6A2-93E5-F9629415ED5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1" name="図プレースホルダー 40">
            <a:extLst>
              <a:ext uri="{FF2B5EF4-FFF2-40B4-BE49-F238E27FC236}">
                <a16:creationId xmlns:a16="http://schemas.microsoft.com/office/drawing/2014/main" id="{B13FC601-B29A-FB6D-AB5F-CD93BF74EC3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2" name="図プレースホルダー 41">
            <a:extLst>
              <a:ext uri="{FF2B5EF4-FFF2-40B4-BE49-F238E27FC236}">
                <a16:creationId xmlns:a16="http://schemas.microsoft.com/office/drawing/2014/main" id="{D609FADB-6C6C-8643-7E22-18920EB8DE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3" name="図プレースホルダー 42">
            <a:extLst>
              <a:ext uri="{FF2B5EF4-FFF2-40B4-BE49-F238E27FC236}">
                <a16:creationId xmlns:a16="http://schemas.microsoft.com/office/drawing/2014/main" id="{CB01CF55-B691-D245-39A8-636EF30F6E7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4" name="図プレースホルダー 43">
            <a:extLst>
              <a:ext uri="{FF2B5EF4-FFF2-40B4-BE49-F238E27FC236}">
                <a16:creationId xmlns:a16="http://schemas.microsoft.com/office/drawing/2014/main" id="{F4F341CB-DC12-F85C-C6DF-77D6E1DE8CB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5" name="図プレースホルダー 44">
            <a:extLst>
              <a:ext uri="{FF2B5EF4-FFF2-40B4-BE49-F238E27FC236}">
                <a16:creationId xmlns:a16="http://schemas.microsoft.com/office/drawing/2014/main" id="{B25EEDC9-921B-369E-C09E-630D7B249B0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6" name="図プレースホルダー 45">
            <a:extLst>
              <a:ext uri="{FF2B5EF4-FFF2-40B4-BE49-F238E27FC236}">
                <a16:creationId xmlns:a16="http://schemas.microsoft.com/office/drawing/2014/main" id="{A6743085-6E35-C2AC-5290-8679E9EDB6E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7" name="図プレースホルダー 46">
            <a:extLst>
              <a:ext uri="{FF2B5EF4-FFF2-40B4-BE49-F238E27FC236}">
                <a16:creationId xmlns:a16="http://schemas.microsoft.com/office/drawing/2014/main" id="{A74FEA05-972A-E76D-4881-7FE57BCEE0C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8" name="テキスト プレースホルダー 47">
            <a:extLst>
              <a:ext uri="{FF2B5EF4-FFF2-40B4-BE49-F238E27FC236}">
                <a16:creationId xmlns:a16="http://schemas.microsoft.com/office/drawing/2014/main" id="{E9554C7E-85AD-A539-69C0-FC7CD04B9E5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5" name="テキスト プレースホルダー 34">
            <a:extLst>
              <a:ext uri="{FF2B5EF4-FFF2-40B4-BE49-F238E27FC236}">
                <a16:creationId xmlns:a16="http://schemas.microsoft.com/office/drawing/2014/main" id="{E0F96ECE-AD93-645B-18A5-C7BDB63B75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49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0A63D-09C7-1169-3249-63901690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１．事前準備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AA4C4A-4C2A-1058-2861-E8DD0E2458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E10086E-9116-7E0D-0369-D0084300CAE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9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2ECFE35-9D14-513C-36A5-4F647D8FD7A4}"/>
              </a:ext>
            </a:extLst>
          </p:cNvPr>
          <p:cNvSpPr txBox="1"/>
          <p:nvPr/>
        </p:nvSpPr>
        <p:spPr>
          <a:xfrm>
            <a:off x="684213" y="808809"/>
            <a:ext cx="661912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１．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のインストール</a:t>
            </a:r>
            <a:endParaRPr kumimoji="1" lang="en-US" altLang="ja-JP" dirty="0"/>
          </a:p>
          <a:p>
            <a:r>
              <a:rPr lang="ja-JP" altLang="en-US" dirty="0"/>
              <a:t>２．</a:t>
            </a:r>
            <a:r>
              <a:rPr lang="en-US" altLang="ja-JP" dirty="0"/>
              <a:t>Snowflake</a:t>
            </a:r>
            <a:r>
              <a:rPr lang="ja-JP" altLang="en-US" dirty="0"/>
              <a:t>関連モジュールのインポート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３．接続情報の設定</a:t>
            </a:r>
            <a:endParaRPr lang="en-US" altLang="ja-JP" dirty="0"/>
          </a:p>
          <a:p>
            <a:r>
              <a:rPr lang="ja-JP" altLang="en-US" dirty="0"/>
              <a:t>　ー１．</a:t>
            </a:r>
            <a:r>
              <a:rPr lang="en-US" altLang="ja-JP" dirty="0"/>
              <a:t>BDAP</a:t>
            </a:r>
            <a:r>
              <a:rPr lang="ja-JP" altLang="en-US" dirty="0"/>
              <a:t>利用申請を行う（</a:t>
            </a:r>
            <a:r>
              <a:rPr lang="en-US" altLang="ja-JP" dirty="0">
                <a:hlinkClick r:id="rId2"/>
              </a:rPr>
              <a:t>BDAP</a:t>
            </a:r>
            <a:r>
              <a:rPr lang="ja-JP" altLang="en-US" dirty="0">
                <a:hlinkClick r:id="rId2"/>
              </a:rPr>
              <a:t>利用申請システム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　ー２．接続情報を記録する</a:t>
            </a:r>
            <a:endParaRPr lang="en-US" altLang="ja-JP" dirty="0"/>
          </a:p>
          <a:p>
            <a:r>
              <a:rPr lang="ja-JP" altLang="en-US" dirty="0"/>
              <a:t>　ー３．</a:t>
            </a:r>
            <a:r>
              <a:rPr lang="en-US" altLang="ja-JP" dirty="0" err="1"/>
              <a:t>toml</a:t>
            </a:r>
            <a:r>
              <a:rPr lang="ja-JP" altLang="en-US" dirty="0"/>
              <a:t>ファイルを作成する　　（</a:t>
            </a:r>
            <a:r>
              <a:rPr lang="en-US" altLang="ja-JP" dirty="0" err="1"/>
              <a:t>private_key</a:t>
            </a:r>
            <a:r>
              <a:rPr lang="ja-JP" altLang="en-US" dirty="0"/>
              <a:t>情報は不要）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４．</a:t>
            </a:r>
            <a:r>
              <a:rPr lang="en-US" altLang="ja-JP" dirty="0"/>
              <a:t>SQL</a:t>
            </a:r>
            <a:r>
              <a:rPr lang="ja-JP" altLang="en-US" dirty="0"/>
              <a:t>ファイルを準備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　　　その他</a:t>
            </a:r>
            <a:r>
              <a:rPr lang="en-US" altLang="ja-JP" dirty="0"/>
              <a:t>python</a:t>
            </a:r>
            <a:r>
              <a:rPr lang="ja-JP" altLang="en-US" dirty="0"/>
              <a:t>で使うモジュール　→</a:t>
            </a:r>
            <a:endParaRPr lang="en-US" altLang="ja-JP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E9448F8-A8A9-5324-67A8-3046DC0329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01" b="7498"/>
          <a:stretch>
            <a:fillRect/>
          </a:stretch>
        </p:blipFill>
        <p:spPr>
          <a:xfrm>
            <a:off x="1306648" y="1812476"/>
            <a:ext cx="6820852" cy="16194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9489F70-A899-C080-1F72-AFD8FDBF57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5" r="1"/>
          <a:stretch>
            <a:fillRect/>
          </a:stretch>
        </p:blipFill>
        <p:spPr>
          <a:xfrm>
            <a:off x="1306647" y="2061021"/>
            <a:ext cx="6270777" cy="16194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B67450D3-57D7-26D3-62A7-C684941B08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11" t="1" b="-1"/>
          <a:stretch>
            <a:fillRect/>
          </a:stretch>
        </p:blipFill>
        <p:spPr>
          <a:xfrm>
            <a:off x="1306647" y="1573534"/>
            <a:ext cx="6223782" cy="142895"/>
          </a:xfrm>
          <a:prstGeom prst="rect">
            <a:avLst/>
          </a:prstGeom>
        </p:spPr>
      </p:pic>
      <p:sp>
        <p:nvSpPr>
          <p:cNvPr id="15" name="動作設定ボタン: 進む/次へ 14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A0A457D4-AFDC-3210-2A8D-1E11F6B982D2}"/>
              </a:ext>
            </a:extLst>
          </p:cNvPr>
          <p:cNvSpPr/>
          <p:nvPr/>
        </p:nvSpPr>
        <p:spPr>
          <a:xfrm>
            <a:off x="3573167" y="3075340"/>
            <a:ext cx="288000" cy="216000"/>
          </a:xfrm>
          <a:prstGeom prst="actionButtonForwardNex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動作設定ボタン: 進む/次へ 15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CF7938B4-FCE0-D850-2124-3A43354ECAFD}"/>
              </a:ext>
            </a:extLst>
          </p:cNvPr>
          <p:cNvSpPr/>
          <p:nvPr/>
        </p:nvSpPr>
        <p:spPr>
          <a:xfrm>
            <a:off x="3782172" y="3369835"/>
            <a:ext cx="288000" cy="216000"/>
          </a:xfrm>
          <a:prstGeom prst="actionButtonForwardNex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5602B46E-8BFA-4CCA-44BF-BDD0922908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892" y="4244873"/>
            <a:ext cx="3323108" cy="809105"/>
          </a:xfrm>
          <a:prstGeom prst="rect">
            <a:avLst/>
          </a:prstGeom>
        </p:spPr>
      </p:pic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F31DE33C-6B33-CDF0-03C8-888177E28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140160"/>
              </p:ext>
            </p:extLst>
          </p:nvPr>
        </p:nvGraphicFramePr>
        <p:xfrm>
          <a:off x="4994675" y="4186274"/>
          <a:ext cx="346511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187">
                  <a:extLst>
                    <a:ext uri="{9D8B030D-6E8A-4147-A177-3AD203B41FA5}">
                      <a16:colId xmlns:a16="http://schemas.microsoft.com/office/drawing/2014/main" val="146844778"/>
                    </a:ext>
                  </a:extLst>
                </a:gridCol>
                <a:gridCol w="2465926">
                  <a:extLst>
                    <a:ext uri="{9D8B030D-6E8A-4147-A177-3AD203B41FA5}">
                      <a16:colId xmlns:a16="http://schemas.microsoft.com/office/drawing/2014/main" val="3806578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モジュール名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用途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40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tempfile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一時ファイル・ディレクトリ作成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34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psutil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プロセス・メモリ・</a:t>
                      </a:r>
                      <a:r>
                        <a:rPr kumimoji="1" lang="en-US" altLang="ja-JP" sz="1000" dirty="0"/>
                        <a:t>CPU</a:t>
                      </a:r>
                      <a:r>
                        <a:rPr kumimoji="1" lang="ja-JP" altLang="en-US" sz="1000" dirty="0"/>
                        <a:t>などシステム情報取得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986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json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Json</a:t>
                      </a:r>
                      <a:r>
                        <a:rPr kumimoji="1" lang="ja-JP" altLang="en-US" sz="1000" dirty="0"/>
                        <a:t>ファイルの読み書き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355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shutil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高水準のファイル操作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2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pathlib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安全なファイル操作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141651"/>
                  </a:ext>
                </a:extLst>
              </a:tr>
            </a:tbl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7C040AF-79E2-58F2-F109-DF633A2D3345}"/>
              </a:ext>
            </a:extLst>
          </p:cNvPr>
          <p:cNvSpPr txBox="1"/>
          <p:nvPr/>
        </p:nvSpPr>
        <p:spPr>
          <a:xfrm>
            <a:off x="4994675" y="3925144"/>
            <a:ext cx="1479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/>
              <a:t>専用</a:t>
            </a:r>
            <a:r>
              <a:rPr lang="en-US" altLang="ja-JP" sz="1200" dirty="0" err="1"/>
              <a:t>WareHouse</a:t>
            </a:r>
            <a:r>
              <a:rPr lang="en-US" altLang="ja-JP" sz="1200" dirty="0"/>
              <a:t>+α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7961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F41B9-3ED7-C650-B5ED-823101A9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40BDBF-7F9B-D5E5-47ED-518CEBE9E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２．フォルダ構成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5948DE3-0F07-EA0C-D88E-580A6B6307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10D01E-1BBC-6F91-AD18-77409F474F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10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6FE496-43CC-27EC-FE6B-C0C639A6C4DC}"/>
              </a:ext>
            </a:extLst>
          </p:cNvPr>
          <p:cNvSpPr txBox="1"/>
          <p:nvPr/>
        </p:nvSpPr>
        <p:spPr>
          <a:xfrm>
            <a:off x="814192" y="989556"/>
            <a:ext cx="82461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📂</a:t>
            </a:r>
            <a:r>
              <a:rPr kumimoji="1" lang="en-US" altLang="ja-JP" dirty="0" err="1"/>
              <a:t>Snowflake_downloader</a:t>
            </a:r>
            <a:r>
              <a:rPr kumimoji="1" lang="en-US" altLang="ja-JP" dirty="0"/>
              <a:t> 	- </a:t>
            </a:r>
            <a:r>
              <a:rPr kumimoji="1" lang="ja-JP" altLang="en-US" dirty="0"/>
              <a:t>📂</a:t>
            </a:r>
            <a:r>
              <a:rPr kumimoji="1" lang="en-US" altLang="ja-JP" dirty="0"/>
              <a:t>log	</a:t>
            </a:r>
            <a:r>
              <a:rPr lang="en-US" altLang="ja-JP" dirty="0"/>
              <a:t>		</a:t>
            </a:r>
            <a:r>
              <a:rPr lang="ja-JP" altLang="en-US" dirty="0"/>
              <a:t>・・・ログ出力用</a:t>
            </a:r>
            <a:endParaRPr kumimoji="1" lang="en-US" altLang="ja-JP" dirty="0"/>
          </a:p>
          <a:p>
            <a:r>
              <a:rPr kumimoji="1" lang="en-US" altLang="ja-JP" dirty="0"/>
              <a:t>			-</a:t>
            </a:r>
            <a:r>
              <a:rPr kumimoji="1" lang="ja-JP" altLang="en-US" dirty="0"/>
              <a:t> 📂</a:t>
            </a:r>
            <a:r>
              <a:rPr kumimoji="1" lang="en-US" altLang="ja-JP" dirty="0"/>
              <a:t>output		</a:t>
            </a:r>
            <a:r>
              <a:rPr kumimoji="1" lang="ja-JP" altLang="en-US" dirty="0"/>
              <a:t>・・・</a:t>
            </a:r>
            <a:r>
              <a:rPr kumimoji="1" lang="en-US" altLang="ja-JP" dirty="0"/>
              <a:t>csv</a:t>
            </a:r>
            <a:r>
              <a:rPr kumimoji="1" lang="ja-JP" altLang="en-US" dirty="0"/>
              <a:t>出力用</a:t>
            </a:r>
            <a:endParaRPr lang="en-US" altLang="ja-JP" dirty="0"/>
          </a:p>
          <a:p>
            <a:r>
              <a:rPr kumimoji="1" lang="en-US" altLang="ja-JP" dirty="0"/>
              <a:t>			</a:t>
            </a:r>
            <a:r>
              <a:rPr lang="en-US" altLang="ja-JP" dirty="0"/>
              <a:t>- </a:t>
            </a:r>
            <a:r>
              <a:rPr lang="ja-JP" altLang="en-US" dirty="0"/>
              <a:t>📂</a:t>
            </a:r>
            <a:r>
              <a:rPr lang="en-US" altLang="ja-JP" dirty="0" err="1"/>
              <a:t>sql</a:t>
            </a:r>
            <a:r>
              <a:rPr lang="en-US" altLang="ja-JP" dirty="0"/>
              <a:t>			</a:t>
            </a:r>
            <a:r>
              <a:rPr lang="ja-JP" altLang="en-US" dirty="0"/>
              <a:t>・・・</a:t>
            </a:r>
            <a:r>
              <a:rPr lang="en-US" altLang="ja-JP" dirty="0" err="1"/>
              <a:t>sql</a:t>
            </a:r>
            <a:r>
              <a:rPr lang="ja-JP" altLang="en-US" dirty="0"/>
              <a:t>保存用</a:t>
            </a:r>
            <a:endParaRPr lang="en-US" altLang="ja-JP" dirty="0"/>
          </a:p>
          <a:p>
            <a:r>
              <a:rPr lang="en-US" altLang="ja-JP" dirty="0"/>
              <a:t>			- </a:t>
            </a:r>
            <a:r>
              <a:rPr lang="ja-JP" altLang="en-US" dirty="0"/>
              <a:t>📄</a:t>
            </a:r>
            <a:r>
              <a:rPr lang="en-US" altLang="ja-JP" dirty="0" err="1"/>
              <a:t>connections.toml</a:t>
            </a:r>
            <a:r>
              <a:rPr lang="en-US" altLang="ja-JP" dirty="0"/>
              <a:t>	</a:t>
            </a:r>
            <a:r>
              <a:rPr lang="ja-JP" altLang="en-US" dirty="0"/>
              <a:t>・・・設定ファイル</a:t>
            </a:r>
            <a:endParaRPr lang="en-US" altLang="ja-JP" dirty="0"/>
          </a:p>
          <a:p>
            <a:r>
              <a:rPr lang="en-US" altLang="ja-JP" dirty="0"/>
              <a:t>			- </a:t>
            </a:r>
            <a:r>
              <a:rPr lang="ja-JP" altLang="en-US" dirty="0"/>
              <a:t>📜</a:t>
            </a:r>
            <a:r>
              <a:rPr lang="en-US" altLang="ja-JP" dirty="0"/>
              <a:t>conSnowflake_sso.py	</a:t>
            </a:r>
            <a:r>
              <a:rPr lang="ja-JP" altLang="en-US" dirty="0"/>
              <a:t>・・・実行</a:t>
            </a:r>
            <a:r>
              <a:rPr lang="en-US" altLang="ja-JP" dirty="0" err="1"/>
              <a:t>prg</a:t>
            </a:r>
            <a:r>
              <a:rPr lang="ja-JP" altLang="en-US" dirty="0"/>
              <a:t>本体</a:t>
            </a:r>
            <a:endParaRPr lang="en-US" altLang="ja-JP" dirty="0"/>
          </a:p>
          <a:p>
            <a:r>
              <a:rPr lang="en-US" altLang="ja-JP" dirty="0"/>
              <a:t>			- </a:t>
            </a:r>
            <a:r>
              <a:rPr lang="ja-JP" altLang="en-US" dirty="0"/>
              <a:t>📜</a:t>
            </a:r>
            <a:r>
              <a:rPr lang="en-US" altLang="ja-JP" dirty="0"/>
              <a:t>browser_wrapper.py	</a:t>
            </a:r>
            <a:r>
              <a:rPr lang="ja-JP" altLang="en-US" dirty="0"/>
              <a:t>・・・認証用ブラウザ起動用</a:t>
            </a:r>
            <a:endParaRPr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42F2C2-5BBD-4DB5-623E-7EB1EE29878B}"/>
              </a:ext>
            </a:extLst>
          </p:cNvPr>
          <p:cNvSpPr txBox="1"/>
          <p:nvPr/>
        </p:nvSpPr>
        <p:spPr>
          <a:xfrm>
            <a:off x="684213" y="2823457"/>
            <a:ext cx="77412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１．事前準備で作成した、</a:t>
            </a:r>
            <a:r>
              <a:rPr lang="en-US" altLang="ja-JP" dirty="0" err="1"/>
              <a:t>t</a:t>
            </a:r>
            <a:r>
              <a:rPr kumimoji="1" lang="en-US" altLang="ja-JP" dirty="0" err="1"/>
              <a:t>oml</a:t>
            </a:r>
            <a:r>
              <a:rPr kumimoji="1" lang="ja-JP" altLang="en-US" dirty="0"/>
              <a:t>ファイルを</a:t>
            </a:r>
            <a:r>
              <a:rPr lang="en-US" altLang="ja-JP" dirty="0"/>
              <a:t>conSnowflake.py</a:t>
            </a:r>
            <a:r>
              <a:rPr lang="ja-JP" altLang="en-US" dirty="0"/>
              <a:t>と同じ階層に保存する</a:t>
            </a:r>
            <a:endParaRPr lang="en-US" altLang="ja-JP" dirty="0"/>
          </a:p>
          <a:p>
            <a:r>
              <a:rPr lang="ja-JP" altLang="en-US" dirty="0"/>
              <a:t>２．事前準備で作成した、</a:t>
            </a:r>
            <a:r>
              <a:rPr lang="en-US" altLang="ja-JP" dirty="0" err="1"/>
              <a:t>sql</a:t>
            </a:r>
            <a:r>
              <a:rPr lang="ja-JP" altLang="en-US" dirty="0"/>
              <a:t>ファイルを📂</a:t>
            </a:r>
            <a:r>
              <a:rPr lang="en-US" altLang="ja-JP" dirty="0" err="1"/>
              <a:t>sql</a:t>
            </a:r>
            <a:r>
              <a:rPr lang="ja-JP" altLang="en-US" dirty="0"/>
              <a:t>に保存する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3051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BC5C7-3D9D-7840-2106-DEDE4902F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F5210B-192D-314C-5F83-ABEBAEC0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３．実行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61D6AF7-0CB8-7B99-8456-C5FEBBEFE6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057195-8F59-789A-CA6C-AB9068E7C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11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3902BD-7C93-8439-26A1-D96CEB86CE78}"/>
              </a:ext>
            </a:extLst>
          </p:cNvPr>
          <p:cNvSpPr txBox="1"/>
          <p:nvPr/>
        </p:nvSpPr>
        <p:spPr>
          <a:xfrm>
            <a:off x="684213" y="800100"/>
            <a:ext cx="3778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１．</a:t>
            </a:r>
            <a:r>
              <a:rPr lang="en-US" altLang="ja-JP" dirty="0"/>
              <a:t>conSnowflake_sso.py</a:t>
            </a:r>
            <a:r>
              <a:rPr lang="ja-JP" altLang="en-US" dirty="0"/>
              <a:t>を起動する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4916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9616-D769-8D4E-686F-6630F9A6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8E3500-168F-1BB0-BF67-501953C3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４</a:t>
            </a:r>
            <a:r>
              <a:rPr kumimoji="1" lang="ja-JP" altLang="en-US" dirty="0"/>
              <a:t>．実行結果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AB24650-FC19-8068-EBBD-68FB9A31E5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159AF7-8AF1-19F6-CE36-166ED4FCCF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12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BC4EDE-8257-0F0B-3AB2-975C8435716F}"/>
              </a:ext>
            </a:extLst>
          </p:cNvPr>
          <p:cNvSpPr txBox="1"/>
          <p:nvPr/>
        </p:nvSpPr>
        <p:spPr>
          <a:xfrm>
            <a:off x="684213" y="800100"/>
            <a:ext cx="528381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u="sng" dirty="0"/>
              <a:t>Log</a:t>
            </a:r>
            <a:r>
              <a:rPr lang="ja-JP" altLang="en-US" b="1" u="sng" dirty="0"/>
              <a:t>ファイル</a:t>
            </a:r>
            <a:endParaRPr lang="en-US" altLang="ja-JP" b="1" u="sng" dirty="0"/>
          </a:p>
          <a:p>
            <a:endParaRPr lang="en-US" altLang="ja-JP" dirty="0"/>
          </a:p>
          <a:p>
            <a:r>
              <a:rPr lang="en-US" altLang="ja-JP" dirty="0"/>
              <a:t>		</a:t>
            </a:r>
            <a:r>
              <a:rPr lang="ja-JP" altLang="en-US" dirty="0"/>
              <a:t>ファイル名形式：年月日</a:t>
            </a:r>
            <a:r>
              <a:rPr lang="en-US" altLang="ja-JP" dirty="0"/>
              <a:t>_</a:t>
            </a:r>
            <a:r>
              <a:rPr lang="ja-JP" altLang="en-US" dirty="0"/>
              <a:t>時間</a:t>
            </a:r>
            <a:r>
              <a:rPr lang="en-US" altLang="ja-JP" dirty="0"/>
              <a:t>.log</a:t>
            </a:r>
          </a:p>
          <a:p>
            <a:r>
              <a:rPr lang="ja-JP" altLang="en-US" dirty="0"/>
              <a:t>　　　　　　　　↓中身　　　　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b="1" u="sng" dirty="0"/>
              <a:t>Csv</a:t>
            </a:r>
            <a:r>
              <a:rPr lang="ja-JP" altLang="en-US" b="1" u="sng" dirty="0"/>
              <a:t>ファイル</a:t>
            </a:r>
            <a:endParaRPr lang="en-US" altLang="ja-JP" b="1" u="sng" dirty="0"/>
          </a:p>
          <a:p>
            <a:endParaRPr lang="en-US" altLang="ja-JP" dirty="0"/>
          </a:p>
          <a:p>
            <a:r>
              <a:rPr lang="en-US" altLang="ja-JP" dirty="0"/>
              <a:t>		</a:t>
            </a:r>
            <a:r>
              <a:rPr lang="ja-JP" altLang="en-US" dirty="0"/>
              <a:t>ファイル名形式：年月日</a:t>
            </a:r>
            <a:r>
              <a:rPr lang="en-US" altLang="ja-JP" dirty="0"/>
              <a:t>_</a:t>
            </a:r>
            <a:r>
              <a:rPr lang="en-US" altLang="ja-JP" dirty="0" err="1"/>
              <a:t>sql</a:t>
            </a:r>
            <a:r>
              <a:rPr lang="ja-JP" altLang="en-US" dirty="0"/>
              <a:t>名</a:t>
            </a:r>
            <a:r>
              <a:rPr lang="en-US" altLang="ja-JP" dirty="0"/>
              <a:t>.csv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0FD2AB2-6497-16D5-A984-5D271B0D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31" y="1298972"/>
            <a:ext cx="1144126" cy="103384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D00BB70-6539-38D1-80A3-0B465E1FE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547" y="1967695"/>
            <a:ext cx="6395983" cy="36512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39AD49E-C596-2F4F-5419-9235D528B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32" y="2886026"/>
            <a:ext cx="1144126" cy="4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23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76857B-E435-D47F-DB24-C78755F6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接続情報の通知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E3F17DE-630A-20CD-6465-B45FB50E769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ja-JP"/>
              <a:t>Title / Month XX, 2020 (Please enter it from the "Insert" → "Header and Footer")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C90DE56-9005-B320-9044-46CE2F29060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45066-4952-40C1-BC8B-CE2851EC3EF2}" type="slidenum">
              <a:rPr lang="ja-JP" altLang="en-US" smtClean="0">
                <a:solidFill>
                  <a:schemeClr val="bg1">
                    <a:lumMod val="65000"/>
                  </a:schemeClr>
                </a:solidFill>
              </a:rPr>
              <a:pPr/>
              <a:t>13</a:t>
            </a:fld>
            <a:endParaRPr lang="en-US" altLang="ja-JP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80E4862-8789-BCE2-AAD1-0BC98C0C8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567"/>
            <a:ext cx="9144000" cy="515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06211"/>
      </p:ext>
    </p:extLst>
  </p:cSld>
  <p:clrMapOvr>
    <a:masterClrMapping/>
  </p:clrMapOvr>
</p:sld>
</file>

<file path=ppt/theme/theme1.xml><?xml version="1.0" encoding="utf-8"?>
<a:theme xmlns:a="http://schemas.openxmlformats.org/drawingml/2006/main" name="Confidential">
  <a:themeElements>
    <a:clrScheme name="DENSO 2022">
      <a:dk1>
        <a:srgbClr val="323232"/>
      </a:dk1>
      <a:lt1>
        <a:sysClr val="window" lastClr="FFFFFF"/>
      </a:lt1>
      <a:dk2>
        <a:srgbClr val="B9D7EB"/>
      </a:dk2>
      <a:lt2>
        <a:srgbClr val="DC0032"/>
      </a:lt2>
      <a:accent1>
        <a:srgbClr val="B4B4B4"/>
      </a:accent1>
      <a:accent2>
        <a:srgbClr val="1E9146"/>
      </a:accent2>
      <a:accent3>
        <a:srgbClr val="8246AF"/>
      </a:accent3>
      <a:accent4>
        <a:srgbClr val="0091BE"/>
      </a:accent4>
      <a:accent5>
        <a:srgbClr val="FAB932"/>
      </a:accent5>
      <a:accent6>
        <a:srgbClr val="E65587"/>
      </a:accent6>
      <a:hlink>
        <a:srgbClr val="1E9146"/>
      </a:hlink>
      <a:folHlink>
        <a:srgbClr val="0091BE"/>
      </a:folHlink>
    </a:clrScheme>
    <a:fontScheme name="DENSO2022">
      <a:majorFont>
        <a:latin typeface="Yu Gothic UI"/>
        <a:ea typeface="Yu Gothic UI"/>
        <a:cs typeface="Times New Roman"/>
      </a:majorFont>
      <a:minorFont>
        <a:latin typeface="Yu Gothic UI"/>
        <a:ea typeface="Yu Gothic UI"/>
        <a:cs typeface="Times New Roman"/>
      </a:minorFont>
    </a:fontScheme>
    <a:fmtScheme name="淡い単色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4_3_2023_J.potx" id="{86E777EE-B45B-4AD8-AF12-ABDEC9BC46EA}" vid="{845DC252-95CF-463C-AE41-0EBF04707220}"/>
    </a:ext>
  </a:extLst>
</a:theme>
</file>

<file path=ppt/theme/theme2.xml><?xml version="1.0" encoding="utf-8"?>
<a:theme xmlns:a="http://schemas.openxmlformats.org/drawingml/2006/main" name="Top_secret">
  <a:themeElements>
    <a:clrScheme name="DENSO 2022">
      <a:dk1>
        <a:srgbClr val="323232"/>
      </a:dk1>
      <a:lt1>
        <a:sysClr val="window" lastClr="FFFFFF"/>
      </a:lt1>
      <a:dk2>
        <a:srgbClr val="B9D7EB"/>
      </a:dk2>
      <a:lt2>
        <a:srgbClr val="DC0032"/>
      </a:lt2>
      <a:accent1>
        <a:srgbClr val="B4B4B4"/>
      </a:accent1>
      <a:accent2>
        <a:srgbClr val="1E9146"/>
      </a:accent2>
      <a:accent3>
        <a:srgbClr val="8246AF"/>
      </a:accent3>
      <a:accent4>
        <a:srgbClr val="0091BE"/>
      </a:accent4>
      <a:accent5>
        <a:srgbClr val="FAB932"/>
      </a:accent5>
      <a:accent6>
        <a:srgbClr val="E65587"/>
      </a:accent6>
      <a:hlink>
        <a:srgbClr val="1E9146"/>
      </a:hlink>
      <a:folHlink>
        <a:srgbClr val="0091BE"/>
      </a:folHlink>
    </a:clrScheme>
    <a:fontScheme name="DENSO2022">
      <a:majorFont>
        <a:latin typeface="Yu Gothic UI"/>
        <a:ea typeface="Yu Gothic UI"/>
        <a:cs typeface="Times New Roman"/>
      </a:majorFont>
      <a:minorFont>
        <a:latin typeface="Yu Gothic UI"/>
        <a:ea typeface="Yu Gothic UI"/>
        <a:cs typeface="Times New Roman"/>
      </a:minorFont>
    </a:fontScheme>
    <a:fmtScheme name="淡い単色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4_3_2023_J.potx" id="{86E777EE-B45B-4AD8-AF12-ABDEC9BC46EA}" vid="{ECC64F68-BC26-43CC-BD8D-F2D74423E130}"/>
    </a:ext>
  </a:extLst>
</a:theme>
</file>

<file path=ppt/theme/theme3.xml><?xml version="1.0" encoding="utf-8"?>
<a:theme xmlns:a="http://schemas.openxmlformats.org/drawingml/2006/main" name="Secret">
  <a:themeElements>
    <a:clrScheme name="DENSO 2022">
      <a:dk1>
        <a:srgbClr val="323232"/>
      </a:dk1>
      <a:lt1>
        <a:sysClr val="window" lastClr="FFFFFF"/>
      </a:lt1>
      <a:dk2>
        <a:srgbClr val="B9D7EB"/>
      </a:dk2>
      <a:lt2>
        <a:srgbClr val="DC0032"/>
      </a:lt2>
      <a:accent1>
        <a:srgbClr val="B4B4B4"/>
      </a:accent1>
      <a:accent2>
        <a:srgbClr val="1E9146"/>
      </a:accent2>
      <a:accent3>
        <a:srgbClr val="8246AF"/>
      </a:accent3>
      <a:accent4>
        <a:srgbClr val="0091BE"/>
      </a:accent4>
      <a:accent5>
        <a:srgbClr val="FAB932"/>
      </a:accent5>
      <a:accent6>
        <a:srgbClr val="E65587"/>
      </a:accent6>
      <a:hlink>
        <a:srgbClr val="1E9146"/>
      </a:hlink>
      <a:folHlink>
        <a:srgbClr val="0091BE"/>
      </a:folHlink>
    </a:clrScheme>
    <a:fontScheme name="DENSO2022">
      <a:majorFont>
        <a:latin typeface="Yu Gothic UI"/>
        <a:ea typeface="Yu Gothic UI"/>
        <a:cs typeface="Times New Roman"/>
      </a:majorFont>
      <a:minorFont>
        <a:latin typeface="Yu Gothic UI"/>
        <a:ea typeface="Yu Gothic UI"/>
        <a:cs typeface="Times New Roman"/>
      </a:minorFont>
    </a:fontScheme>
    <a:fmtScheme name="淡い単色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4_3_2023_J.potx" id="{86E777EE-B45B-4AD8-AF12-ABDEC9BC46EA}" vid="{8EB66C39-F170-4C42-9715-6197AED17553}"/>
    </a:ext>
  </a:extLst>
</a:theme>
</file>

<file path=ppt/theme/theme4.xml><?xml version="1.0" encoding="utf-8"?>
<a:theme xmlns:a="http://schemas.openxmlformats.org/drawingml/2006/main" name="No_Mark">
  <a:themeElements>
    <a:clrScheme name="DENSO 2022">
      <a:dk1>
        <a:srgbClr val="323232"/>
      </a:dk1>
      <a:lt1>
        <a:sysClr val="window" lastClr="FFFFFF"/>
      </a:lt1>
      <a:dk2>
        <a:srgbClr val="B9D7EB"/>
      </a:dk2>
      <a:lt2>
        <a:srgbClr val="DC0032"/>
      </a:lt2>
      <a:accent1>
        <a:srgbClr val="B4B4B4"/>
      </a:accent1>
      <a:accent2>
        <a:srgbClr val="1E9146"/>
      </a:accent2>
      <a:accent3>
        <a:srgbClr val="8246AF"/>
      </a:accent3>
      <a:accent4>
        <a:srgbClr val="0091BE"/>
      </a:accent4>
      <a:accent5>
        <a:srgbClr val="FAB932"/>
      </a:accent5>
      <a:accent6>
        <a:srgbClr val="E65587"/>
      </a:accent6>
      <a:hlink>
        <a:srgbClr val="1E9146"/>
      </a:hlink>
      <a:folHlink>
        <a:srgbClr val="0091BE"/>
      </a:folHlink>
    </a:clrScheme>
    <a:fontScheme name="DENSO2022">
      <a:majorFont>
        <a:latin typeface="Yu Gothic UI"/>
        <a:ea typeface="Yu Gothic UI"/>
        <a:cs typeface="Times New Roman"/>
      </a:majorFont>
      <a:minorFont>
        <a:latin typeface="Yu Gothic UI"/>
        <a:ea typeface="Yu Gothic UI"/>
        <a:cs typeface="Times New Roman"/>
      </a:minorFont>
    </a:fontScheme>
    <a:fmtScheme name="淡い単色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4_3_2023_J.potx" id="{86E777EE-B45B-4AD8-AF12-ABDEC9BC46EA}" vid="{78872CE6-D261-4332-8CEE-8997DFBB88A1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PPT_4_3_2023_J</Template>
  <TotalTime>763</TotalTime>
  <Words>1000</Words>
  <Application>Microsoft Office PowerPoint</Application>
  <PresentationFormat>画面に合わせる (4:3)</PresentationFormat>
  <Paragraphs>162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13</vt:i4>
      </vt:variant>
    </vt:vector>
  </HeadingPairs>
  <TitlesOfParts>
    <vt:vector size="21" baseType="lpstr">
      <vt:lpstr>Yu Gothic UI</vt:lpstr>
      <vt:lpstr>Arial</vt:lpstr>
      <vt:lpstr>Calibri</vt:lpstr>
      <vt:lpstr>Calibri Light</vt:lpstr>
      <vt:lpstr>Confidential</vt:lpstr>
      <vt:lpstr>Top_secret</vt:lpstr>
      <vt:lpstr>Secret</vt:lpstr>
      <vt:lpstr>No_Mark</vt:lpstr>
      <vt:lpstr>PowerPoint プレゼンテーション</vt:lpstr>
      <vt:lpstr>１．事前準備</vt:lpstr>
      <vt:lpstr>２．フォルダ構成</vt:lpstr>
      <vt:lpstr>３．実行</vt:lpstr>
      <vt:lpstr>４．実行結果</vt:lpstr>
      <vt:lpstr>ペアキー受け取り</vt:lpstr>
      <vt:lpstr>tomlファイル</vt:lpstr>
      <vt:lpstr>PowerPoint プレゼンテーション</vt:lpstr>
      <vt:lpstr>１．事前準備</vt:lpstr>
      <vt:lpstr>２．フォルダ構成</vt:lpstr>
      <vt:lpstr>３．実行</vt:lpstr>
      <vt:lpstr>４．実行結果</vt:lpstr>
      <vt:lpstr>接続情報の通知</vt:lpstr>
    </vt:vector>
  </TitlesOfParts>
  <Manager>Public Relations Div.</Manager>
  <Company>DENSO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Hikaru Kitagawa (北河 光留)</dc:creator>
  <cp:lastModifiedBy>Hikaru Kitagawa (北河 光留)</cp:lastModifiedBy>
  <cp:revision>5</cp:revision>
  <dcterms:created xsi:type="dcterms:W3CDTF">2025-11-27T07:43:46Z</dcterms:created>
  <dcterms:modified xsi:type="dcterms:W3CDTF">2026-03-09T07:59:27Z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2025-11-27T09:58:00Z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8ccf6c53-a236-42ba-ab24-f91255f5fd35</vt:lpwstr>
  </property>
  <property fmtid="{D5CDD505-2E9C-101B-9397-08002B2CF9AE}" pid="8" name="MSIP_Label_7ed1414a-99f2-46f9-bbe5-740af8d1b502_ContentBits">
    <vt:lpwstr>1</vt:lpwstr>
  </property>
  <property fmtid="{D5CDD505-2E9C-101B-9397-08002B2CF9AE}" pid="9" name="ClassificationContentMarkingHeaderLocations">
    <vt:lpwstr>Confidential:5\Top_secret:10\Secret:10\No_Mark:9</vt:lpwstr>
  </property>
  <property fmtid="{D5CDD505-2E9C-101B-9397-08002B2CF9AE}" pid="10" name="ClassificationContentMarkingHeaderText">
    <vt:lpwstr>CONFIDENTIAL</vt:lpwstr>
  </property>
</Properties>
</file>